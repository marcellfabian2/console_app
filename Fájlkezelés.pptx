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A8AC78C-EDAB-C54A-92AC-EC599B6F61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70F41CE-CA98-CC47-6536-4F7BB5659C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E04C68F-C42F-409D-13CE-B6C2E63A6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B5679-5FDA-4C46-9C7E-9F330E213A5E}" type="datetimeFigureOut">
              <a:rPr lang="hu-HU" smtClean="0"/>
              <a:t>2025. 11. 22.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10A6923-47B1-1958-93E3-248DF029E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772D122-9579-5089-0B4D-9B6D96270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4FE2D-B28B-41EF-A3B7-BEB00E6C49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70834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833C08-96AB-9926-1DE8-93AFB9460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91B3F32-3C6C-AD7F-8C99-A69CF50884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200C042-627B-5A9F-AE82-6D3DAFD54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B5679-5FDA-4C46-9C7E-9F330E213A5E}" type="datetimeFigureOut">
              <a:rPr lang="hu-HU" smtClean="0"/>
              <a:t>2025. 11. 22.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C414F89-DF97-D40C-F05F-FDC2C1FF1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04DD44C-1662-CEE5-919D-8F9D7A09D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4FE2D-B28B-41EF-A3B7-BEB00E6C49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62561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A29DDF7-F32F-98E0-D266-A97CA7CDD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CF493CFC-841D-9BEE-3871-7DF767F93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1017B9E-A6A8-D888-8EF8-F1C1C23936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B5679-5FDA-4C46-9C7E-9F330E213A5E}" type="datetimeFigureOut">
              <a:rPr lang="hu-HU" smtClean="0"/>
              <a:t>2025. 11. 22.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EBEAF7E-D497-0F52-67DB-1EC574D7B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D737CF7-0618-5BCE-55A1-7892907BC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4FE2D-B28B-41EF-A3B7-BEB00E6C49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60275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26D6FC8-5ACC-58E6-8026-DD58D5930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B1EE79-81DD-3167-2F94-36815FEBF1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89571AA-A901-8A26-A1AD-C235085B3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C8EB5C16-C3C0-27EE-893C-38A025A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B5679-5FDA-4C46-9C7E-9F330E213A5E}" type="datetimeFigureOut">
              <a:rPr lang="hu-HU" smtClean="0"/>
              <a:t>2025. 11. 22.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4E8C1D3-0AD1-86CF-99C0-BE225F99E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F81617FE-58C0-A5FD-0F8D-9877C8D23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4FE2D-B28B-41EF-A3B7-BEB00E6C49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38289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79BE582-1457-F577-18A9-BFC73551D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80031E4-B360-DA02-6FAC-27B86080C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5976428-25AA-50CA-0F34-925392F4F9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29B2B8C4-1845-C1F5-C1AD-883CFD9CD4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4057E6D3-503A-9126-7E7F-612E5F314E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C7BCEC24-A46A-3EC7-C3DE-F54CC671B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B5679-5FDA-4C46-9C7E-9F330E213A5E}" type="datetimeFigureOut">
              <a:rPr lang="hu-HU" smtClean="0"/>
              <a:t>2025. 11. 22.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01B722CE-89BD-7186-6115-1D161E947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82FBAB40-B7FF-5ABB-50DC-B2AF03495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4FE2D-B28B-41EF-A3B7-BEB00E6C49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351442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C81821F-8C81-3555-05E9-A83EC3744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0F58A85D-55D8-5FA8-0613-DAB50BF21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B5679-5FDA-4C46-9C7E-9F330E213A5E}" type="datetimeFigureOut">
              <a:rPr lang="hu-HU" smtClean="0"/>
              <a:t>2025. 11. 22.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D65FD098-F56A-4D31-6F91-EA6758FEE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C539DB0-33C7-1ED5-25B7-194504D69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4FE2D-B28B-41EF-A3B7-BEB00E6C49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96995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964CB476-C1E0-7477-2443-5B9BC35CF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B5679-5FDA-4C46-9C7E-9F330E213A5E}" type="datetimeFigureOut">
              <a:rPr lang="hu-HU" smtClean="0"/>
              <a:t>2025. 11. 22.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6100DB9E-182E-09CD-B20A-8E91FF2CC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67647FD5-4710-5379-8EA2-1B7DDD9D4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4FE2D-B28B-41EF-A3B7-BEB00E6C49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88905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446CF79-AAA0-3204-3A7C-DE5F932CF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D38090E-A81D-95CA-ECEB-E01F69EEB8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B6AEFB1-294A-72B4-9EFE-102617FAA4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6B250111-BEBE-DF4B-BB20-5ACE5C450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B5679-5FDA-4C46-9C7E-9F330E213A5E}" type="datetimeFigureOut">
              <a:rPr lang="hu-HU" smtClean="0"/>
              <a:t>2025. 11. 22.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D501902-B1EA-8DE1-31B4-0E5B0BB04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F2E5A04E-CFB3-CA78-F8BF-1D1596FCF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4FE2D-B28B-41EF-A3B7-BEB00E6C49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17303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82082F9-42DF-1FC1-095A-9EBCE38CE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B54BE4B9-2427-0DAB-3ACC-388E2336C1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BAF3B8D-BFCD-6491-2F8A-44B706CE83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EB30BF0-3C3A-2377-10EF-AD33F4ABC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B5679-5FDA-4C46-9C7E-9F330E213A5E}" type="datetimeFigureOut">
              <a:rPr lang="hu-HU" smtClean="0"/>
              <a:t>2025. 11. 22.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DB401BC-B808-F92E-505E-661C15F23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D04D4A0-326E-DDA5-B2AA-09357EC79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4FE2D-B28B-41EF-A3B7-BEB00E6C49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06848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E2CAFB0-81C7-F294-47B5-DE32FEE90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EAA01F1D-5567-0001-5D87-1F0BA919BC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91CBDC2-BB63-1162-37B0-90E29F6BD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B5679-5FDA-4C46-9C7E-9F330E213A5E}" type="datetimeFigureOut">
              <a:rPr lang="hu-HU" smtClean="0"/>
              <a:t>2025. 11. 22.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284906D-0856-580D-846A-93F00A64E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4AC3B9B-CC27-B2D7-831C-83267F03D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4FE2D-B28B-41EF-A3B7-BEB00E6C49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187397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E284070E-37B9-9EB1-733F-C05BCB57A5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C223D0D7-6455-03DE-8384-C460C95497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4B6AC65-6405-C692-C221-01409C6D1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B5679-5FDA-4C46-9C7E-9F330E213A5E}" type="datetimeFigureOut">
              <a:rPr lang="hu-HU" smtClean="0"/>
              <a:t>2025. 11. 22.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0FE54B8-6D6D-AD69-E3A7-882716788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1CD7952-C366-7A5F-0967-C4D920211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4FE2D-B28B-41EF-A3B7-BEB00E6C49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55158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9B627747-7AA1-780D-028D-D6E58803C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EEAB1C8-6407-D78E-DAE3-DA2727C271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A314DC8-F608-682B-5ECF-5772A97FEE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4B5679-5FDA-4C46-9C7E-9F330E213A5E}" type="datetimeFigureOut">
              <a:rPr lang="hu-HU" smtClean="0"/>
              <a:t>2025. 11. 22.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8F6324F-F042-EF21-C942-49F2D633CE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26AFFDB-1CCF-7E0B-F5E2-F89343DF05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34FE2D-B28B-41EF-A3B7-BEB00E6C491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58564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1B4CFDE0-14EA-E66D-93D1-B8D79E9836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22057" y="6314892"/>
            <a:ext cx="8050013" cy="518595"/>
          </a:xfrm>
        </p:spPr>
        <p:txBody>
          <a:bodyPr>
            <a:normAutofit/>
          </a:bodyPr>
          <a:lstStyle/>
          <a:p>
            <a:pPr algn="r"/>
            <a:r>
              <a:rPr lang="hu-HU" dirty="0">
                <a:solidFill>
                  <a:srgbClr val="FFFFFF"/>
                </a:solidFill>
                <a:latin typeface="Aharoni" panose="020F0502020204030204" pitchFamily="2" charset="-79"/>
                <a:cs typeface="Aharoni" panose="020F0502020204030204" pitchFamily="2" charset="-79"/>
              </a:rPr>
              <a:t>Készítette: Elekes Hanna, Koós Alex, Fábián Marcell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414A137-C6AD-73B5-6B58-A792F1DE5F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8923" y="3704802"/>
            <a:ext cx="9863455" cy="1918404"/>
          </a:xfrm>
        </p:spPr>
        <p:txBody>
          <a:bodyPr>
            <a:noAutofit/>
          </a:bodyPr>
          <a:lstStyle/>
          <a:p>
            <a:pPr algn="l"/>
            <a:r>
              <a:rPr lang="hu-HU" sz="20000" dirty="0">
                <a:solidFill>
                  <a:srgbClr val="FFFFFF"/>
                </a:solidFill>
                <a:latin typeface="Bauhaus 93" panose="04030905020B02020C02" pitchFamily="82" charset="0"/>
              </a:rPr>
              <a:t>Fájl-</a:t>
            </a:r>
            <a:br>
              <a:rPr lang="hu-HU" sz="20000" dirty="0">
                <a:solidFill>
                  <a:srgbClr val="FFFFFF"/>
                </a:solidFill>
                <a:latin typeface="Bauhaus 93" panose="04030905020B02020C02" pitchFamily="82" charset="0"/>
              </a:rPr>
            </a:br>
            <a:r>
              <a:rPr lang="hu-HU" sz="20000" dirty="0">
                <a:solidFill>
                  <a:srgbClr val="FFFFFF"/>
                </a:solidFill>
                <a:latin typeface="Bauhaus 93" panose="04030905020B02020C02" pitchFamily="82" charset="0"/>
              </a:rPr>
              <a:t>kezelés</a:t>
            </a:r>
          </a:p>
        </p:txBody>
      </p:sp>
    </p:spTree>
    <p:extLst>
      <p:ext uri="{BB962C8B-B14F-4D97-AF65-F5344CB8AC3E}">
        <p14:creationId xmlns:p14="http://schemas.microsoft.com/office/powerpoint/2010/main" val="1231669072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B3669F-E576-9AB9-DB54-76B30AEC1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370DED7-0F10-8D2D-B6BF-047FF6D0E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3911ABB-6994-E1B9-9D67-930C02751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7EB7F0-4D62-7FF0-5F1C-7C3DACC84E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901A66-4619-A09D-DC54-B02065702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6117021-BA8F-F0C3-E9DC-68CB0F1DDC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26F33FC-6F24-DC82-F176-6BFF65CC81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8E3A39D-E0CF-780D-A060-946F4CD31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883B4A4-3A27-08AC-9E90-BE6B0BB46D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888" y="-69161"/>
            <a:ext cx="7338329" cy="1587260"/>
          </a:xfrm>
        </p:spPr>
        <p:txBody>
          <a:bodyPr>
            <a:noAutofit/>
          </a:bodyPr>
          <a:lstStyle/>
          <a:p>
            <a:pPr algn="l"/>
            <a:r>
              <a:rPr lang="hu-HU" b="1" dirty="0">
                <a:solidFill>
                  <a:schemeClr val="bg1"/>
                </a:solidFill>
                <a:latin typeface="Bauhaus 93" panose="04030905020B02020C02" pitchFamily="82" charset="0"/>
              </a:rPr>
              <a:t> </a:t>
            </a:r>
            <a:r>
              <a:rPr lang="hu-HU" sz="10000" b="1" dirty="0">
                <a:solidFill>
                  <a:schemeClr val="bg1"/>
                </a:solidFill>
                <a:latin typeface="Bauhaus 93" panose="04030905020B02020C02" pitchFamily="82" charset="0"/>
              </a:rPr>
              <a:t>Alapötlet</a:t>
            </a:r>
          </a:p>
        </p:txBody>
      </p:sp>
      <p:sp>
        <p:nvSpPr>
          <p:cNvPr id="3" name="Téglalap: lekerekített 2">
            <a:extLst>
              <a:ext uri="{FF2B5EF4-FFF2-40B4-BE49-F238E27FC236}">
                <a16:creationId xmlns:a16="http://schemas.microsoft.com/office/drawing/2014/main" id="{57921892-3804-4BF8-98FC-64D86AD6CE2B}"/>
              </a:ext>
            </a:extLst>
          </p:cNvPr>
          <p:cNvSpPr/>
          <p:nvPr/>
        </p:nvSpPr>
        <p:spPr>
          <a:xfrm>
            <a:off x="455521" y="1823850"/>
            <a:ext cx="4824781" cy="4700724"/>
          </a:xfrm>
          <a:prstGeom prst="roundRect">
            <a:avLst>
              <a:gd name="adj" fmla="val 23948"/>
            </a:avLst>
          </a:pr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B2E71E07-7E69-42CB-8746-38DBF2560DE0}"/>
              </a:ext>
            </a:extLst>
          </p:cNvPr>
          <p:cNvSpPr txBox="1"/>
          <p:nvPr/>
        </p:nvSpPr>
        <p:spPr>
          <a:xfrm>
            <a:off x="1972551" y="1860542"/>
            <a:ext cx="1842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Windows</a:t>
            </a: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B548BA38-FE93-42AC-845E-FABF9693EB71}"/>
              </a:ext>
            </a:extLst>
          </p:cNvPr>
          <p:cNvSpPr txBox="1"/>
          <p:nvPr/>
        </p:nvSpPr>
        <p:spPr>
          <a:xfrm>
            <a:off x="8458546" y="1827591"/>
            <a:ext cx="1842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Program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431F4680-9F55-459C-B459-D7955F285AD1}"/>
              </a:ext>
            </a:extLst>
          </p:cNvPr>
          <p:cNvSpPr txBox="1"/>
          <p:nvPr/>
        </p:nvSpPr>
        <p:spPr>
          <a:xfrm>
            <a:off x="1376463" y="5456819"/>
            <a:ext cx="1491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Lassú</a:t>
            </a:r>
          </a:p>
        </p:txBody>
      </p:sp>
      <p:sp>
        <p:nvSpPr>
          <p:cNvPr id="19" name="Szövegdoboz 18">
            <a:extLst>
              <a:ext uri="{FF2B5EF4-FFF2-40B4-BE49-F238E27FC236}">
                <a16:creationId xmlns:a16="http://schemas.microsoft.com/office/drawing/2014/main" id="{0203560E-8DC6-4A03-8795-64DFD999809F}"/>
              </a:ext>
            </a:extLst>
          </p:cNvPr>
          <p:cNvSpPr txBox="1"/>
          <p:nvPr/>
        </p:nvSpPr>
        <p:spPr>
          <a:xfrm>
            <a:off x="2205282" y="3540851"/>
            <a:ext cx="31740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Helyenként bonyolult</a:t>
            </a:r>
          </a:p>
        </p:txBody>
      </p:sp>
      <p:sp>
        <p:nvSpPr>
          <p:cNvPr id="21" name="Szövegdoboz 20">
            <a:extLst>
              <a:ext uri="{FF2B5EF4-FFF2-40B4-BE49-F238E27FC236}">
                <a16:creationId xmlns:a16="http://schemas.microsoft.com/office/drawing/2014/main" id="{1FA63CC9-1626-488A-8C63-DD2DA37C7C35}"/>
              </a:ext>
            </a:extLst>
          </p:cNvPr>
          <p:cNvSpPr txBox="1"/>
          <p:nvPr/>
        </p:nvSpPr>
        <p:spPr>
          <a:xfrm>
            <a:off x="588192" y="4237033"/>
            <a:ext cx="31958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Kevésbé interaktív</a:t>
            </a:r>
          </a:p>
          <a:p>
            <a:endParaRPr lang="hu-HU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22" name="Szövegdoboz 21">
            <a:extLst>
              <a:ext uri="{FF2B5EF4-FFF2-40B4-BE49-F238E27FC236}">
                <a16:creationId xmlns:a16="http://schemas.microsoft.com/office/drawing/2014/main" id="{22FEA852-236A-425C-AF39-AE854F6B6A83}"/>
              </a:ext>
            </a:extLst>
          </p:cNvPr>
          <p:cNvSpPr txBox="1"/>
          <p:nvPr/>
        </p:nvSpPr>
        <p:spPr>
          <a:xfrm>
            <a:off x="826353" y="2682132"/>
            <a:ext cx="31740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Előismeret szükséglete</a:t>
            </a:r>
          </a:p>
          <a:p>
            <a:endParaRPr lang="hu-HU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23" name="Szövegdoboz 22">
            <a:extLst>
              <a:ext uri="{FF2B5EF4-FFF2-40B4-BE49-F238E27FC236}">
                <a16:creationId xmlns:a16="http://schemas.microsoft.com/office/drawing/2014/main" id="{04B4E3CA-740F-42F9-A5F0-DD2202D48B4B}"/>
              </a:ext>
            </a:extLst>
          </p:cNvPr>
          <p:cNvSpPr txBox="1"/>
          <p:nvPr/>
        </p:nvSpPr>
        <p:spPr>
          <a:xfrm>
            <a:off x="3017524" y="4870255"/>
            <a:ext cx="3020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Nem látványos</a:t>
            </a:r>
          </a:p>
          <a:p>
            <a:endParaRPr lang="hu-HU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24" name="Téglalap: lekerekített 23">
            <a:extLst>
              <a:ext uri="{FF2B5EF4-FFF2-40B4-BE49-F238E27FC236}">
                <a16:creationId xmlns:a16="http://schemas.microsoft.com/office/drawing/2014/main" id="{197605C9-06F2-4FE3-91D8-70732165906C}"/>
              </a:ext>
            </a:extLst>
          </p:cNvPr>
          <p:cNvSpPr/>
          <p:nvPr/>
        </p:nvSpPr>
        <p:spPr>
          <a:xfrm>
            <a:off x="6797332" y="1823850"/>
            <a:ext cx="4824781" cy="4700724"/>
          </a:xfrm>
          <a:prstGeom prst="roundRect">
            <a:avLst>
              <a:gd name="adj" fmla="val 23948"/>
            </a:avLst>
          </a:pr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608503B9-3D3F-4946-B68C-DC5875466A6E}"/>
              </a:ext>
            </a:extLst>
          </p:cNvPr>
          <p:cNvSpPr txBox="1"/>
          <p:nvPr/>
        </p:nvSpPr>
        <p:spPr>
          <a:xfrm>
            <a:off x="7082712" y="2761514"/>
            <a:ext cx="384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Nem szükséges előismeret</a:t>
            </a:r>
          </a:p>
        </p:txBody>
      </p:sp>
      <p:sp>
        <p:nvSpPr>
          <p:cNvPr id="25" name="Szövegdoboz 24">
            <a:extLst>
              <a:ext uri="{FF2B5EF4-FFF2-40B4-BE49-F238E27FC236}">
                <a16:creationId xmlns:a16="http://schemas.microsoft.com/office/drawing/2014/main" id="{B8AFBB22-B78A-4403-AEF5-DB734BF06130}"/>
              </a:ext>
            </a:extLst>
          </p:cNvPr>
          <p:cNvSpPr txBox="1"/>
          <p:nvPr/>
        </p:nvSpPr>
        <p:spPr>
          <a:xfrm>
            <a:off x="9959952" y="3410924"/>
            <a:ext cx="1387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Gyorsabb</a:t>
            </a:r>
          </a:p>
        </p:txBody>
      </p:sp>
      <p:sp>
        <p:nvSpPr>
          <p:cNvPr id="26" name="Szövegdoboz 25">
            <a:extLst>
              <a:ext uri="{FF2B5EF4-FFF2-40B4-BE49-F238E27FC236}">
                <a16:creationId xmlns:a16="http://schemas.microsoft.com/office/drawing/2014/main" id="{5DCE7175-DF4C-4AD9-BBF7-BFB1F2E506F3}"/>
              </a:ext>
            </a:extLst>
          </p:cNvPr>
          <p:cNvSpPr txBox="1"/>
          <p:nvPr/>
        </p:nvSpPr>
        <p:spPr>
          <a:xfrm>
            <a:off x="7082712" y="3774394"/>
            <a:ext cx="3845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Érthető kódmagyarázat</a:t>
            </a:r>
          </a:p>
        </p:txBody>
      </p:sp>
      <p:sp>
        <p:nvSpPr>
          <p:cNvPr id="27" name="Szövegdoboz 26">
            <a:extLst>
              <a:ext uri="{FF2B5EF4-FFF2-40B4-BE49-F238E27FC236}">
                <a16:creationId xmlns:a16="http://schemas.microsoft.com/office/drawing/2014/main" id="{75EF7814-771E-4719-968F-BA17F4ECC68A}"/>
              </a:ext>
            </a:extLst>
          </p:cNvPr>
          <p:cNvSpPr txBox="1"/>
          <p:nvPr/>
        </p:nvSpPr>
        <p:spPr>
          <a:xfrm>
            <a:off x="7345329" y="4770028"/>
            <a:ext cx="20596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Látványos</a:t>
            </a:r>
          </a:p>
        </p:txBody>
      </p:sp>
      <p:sp>
        <p:nvSpPr>
          <p:cNvPr id="28" name="Szövegdoboz 27">
            <a:extLst>
              <a:ext uri="{FF2B5EF4-FFF2-40B4-BE49-F238E27FC236}">
                <a16:creationId xmlns:a16="http://schemas.microsoft.com/office/drawing/2014/main" id="{05EADE43-CEA9-437E-893E-126001C9F1C8}"/>
              </a:ext>
            </a:extLst>
          </p:cNvPr>
          <p:cNvSpPr txBox="1"/>
          <p:nvPr/>
        </p:nvSpPr>
        <p:spPr>
          <a:xfrm>
            <a:off x="9488694" y="4306478"/>
            <a:ext cx="16246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Interaktív</a:t>
            </a:r>
          </a:p>
        </p:txBody>
      </p:sp>
      <p:sp>
        <p:nvSpPr>
          <p:cNvPr id="29" name="Szövegdoboz 28">
            <a:extLst>
              <a:ext uri="{FF2B5EF4-FFF2-40B4-BE49-F238E27FC236}">
                <a16:creationId xmlns:a16="http://schemas.microsoft.com/office/drawing/2014/main" id="{8D9EDB13-2C7B-4F80-977B-10C3C36A89B1}"/>
              </a:ext>
            </a:extLst>
          </p:cNvPr>
          <p:cNvSpPr txBox="1"/>
          <p:nvPr/>
        </p:nvSpPr>
        <p:spPr>
          <a:xfrm>
            <a:off x="8401691" y="5492975"/>
            <a:ext cx="1793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Hibaszűrő</a:t>
            </a:r>
          </a:p>
        </p:txBody>
      </p:sp>
      <p:sp>
        <p:nvSpPr>
          <p:cNvPr id="30" name="Nyíl: jobbra mutató 29">
            <a:extLst>
              <a:ext uri="{FF2B5EF4-FFF2-40B4-BE49-F238E27FC236}">
                <a16:creationId xmlns:a16="http://schemas.microsoft.com/office/drawing/2014/main" id="{90CAAA9A-4C5F-4542-8805-4A3327F636F5}"/>
              </a:ext>
            </a:extLst>
          </p:cNvPr>
          <p:cNvSpPr/>
          <p:nvPr/>
        </p:nvSpPr>
        <p:spPr>
          <a:xfrm>
            <a:off x="5446110" y="3453994"/>
            <a:ext cx="1219954" cy="1106204"/>
          </a:xfrm>
          <a:prstGeom prst="rightArrow">
            <a:avLst>
              <a:gd name="adj1" fmla="val 40370"/>
              <a:gd name="adj2" fmla="val 50000"/>
            </a:avLst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bg1"/>
              </a:solidFill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5B898385-2BBA-3D0D-C193-BA71E8A129FF}"/>
              </a:ext>
            </a:extLst>
          </p:cNvPr>
          <p:cNvSpPr txBox="1"/>
          <p:nvPr/>
        </p:nvSpPr>
        <p:spPr>
          <a:xfrm>
            <a:off x="9208782" y="5002141"/>
            <a:ext cx="1851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Bővíthetőség</a:t>
            </a:r>
          </a:p>
        </p:txBody>
      </p:sp>
    </p:spTree>
    <p:extLst>
      <p:ext uri="{BB962C8B-B14F-4D97-AF65-F5344CB8AC3E}">
        <p14:creationId xmlns:p14="http://schemas.microsoft.com/office/powerpoint/2010/main" val="70048741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B3669F-E576-9AB9-DB54-76B30AEC1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370DED7-0F10-8D2D-B6BF-047FF6D0E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3911ABB-6994-E1B9-9D67-930C02751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7EB7F0-4D62-7FF0-5F1C-7C3DACC84E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901A66-4619-A09D-DC54-B02065702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6117021-BA8F-F0C3-E9DC-68CB0F1DDC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26F33FC-6F24-DC82-F176-6BFF65CC81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8E3A39D-E0CF-780D-A060-946F4CD31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883B4A4-3A27-08AC-9E90-BE6B0BB46D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23" y="1667708"/>
            <a:ext cx="6603508" cy="1144622"/>
          </a:xfrm>
        </p:spPr>
        <p:txBody>
          <a:bodyPr>
            <a:noAutofit/>
          </a:bodyPr>
          <a:lstStyle/>
          <a:p>
            <a:pPr algn="l"/>
            <a:r>
              <a:rPr lang="hu-HU" sz="10000" b="1" dirty="0">
                <a:solidFill>
                  <a:schemeClr val="bg1"/>
                </a:solidFill>
                <a:latin typeface="Bauhaus 93" panose="04030905020B02020C02" pitchFamily="82" charset="0"/>
              </a:rPr>
              <a:t>Feladatok </a:t>
            </a:r>
            <a:br>
              <a:rPr lang="hu-HU" sz="10000" b="1" dirty="0">
                <a:solidFill>
                  <a:schemeClr val="bg1"/>
                </a:solidFill>
                <a:latin typeface="Bauhaus 93" panose="04030905020B02020C02" pitchFamily="82" charset="0"/>
              </a:rPr>
            </a:br>
            <a:r>
              <a:rPr lang="hu-HU" sz="10000" b="1" dirty="0">
                <a:solidFill>
                  <a:schemeClr val="bg1"/>
                </a:solidFill>
                <a:latin typeface="Bauhaus 93" panose="04030905020B02020C02" pitchFamily="82" charset="0"/>
              </a:rPr>
              <a:t>felosztása</a:t>
            </a:r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3FBF870C-F528-0C81-4603-2E60D6225B35}"/>
              </a:ext>
            </a:extLst>
          </p:cNvPr>
          <p:cNvSpPr txBox="1"/>
          <p:nvPr/>
        </p:nvSpPr>
        <p:spPr>
          <a:xfrm>
            <a:off x="3012656" y="2708813"/>
            <a:ext cx="557841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Hanna: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Prezentáció készítése</a:t>
            </a:r>
          </a:p>
          <a:p>
            <a:endParaRPr lang="hu-HU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Marci és Alex: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Alap és kinézet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Alex: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Fájlok, mappák, listázások szűrése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Marci: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Másolási funkciók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Közös: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Alapötlet, egyeztetés</a:t>
            </a:r>
          </a:p>
        </p:txBody>
      </p:sp>
    </p:spTree>
    <p:extLst>
      <p:ext uri="{BB962C8B-B14F-4D97-AF65-F5344CB8AC3E}">
        <p14:creationId xmlns:p14="http://schemas.microsoft.com/office/powerpoint/2010/main" val="1735988945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C03660-699C-D554-03E8-9C495DA61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3DC90AD-9792-E4D8-7444-B821C8430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C91669-7DF9-1837-3EE6-8C11B06C91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E074EB-CCCC-CF6F-E6BB-4E39ADB30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0C578F-9C13-19CE-BB38-AB8D817235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F672B75-E87D-0E19-14B7-A09F689497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54262E-EFAD-769B-CC54-B0AD02B0C7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C9B5D35-EB7C-E3C4-2880-6D1BB5751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4E12A69-247B-382F-867E-2A6D25968D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23" y="1667708"/>
            <a:ext cx="6603508" cy="1144622"/>
          </a:xfrm>
        </p:spPr>
        <p:txBody>
          <a:bodyPr>
            <a:noAutofit/>
          </a:bodyPr>
          <a:lstStyle/>
          <a:p>
            <a:pPr algn="l"/>
            <a:r>
              <a:rPr lang="hu-HU" sz="10000" b="1" dirty="0">
                <a:solidFill>
                  <a:schemeClr val="bg1"/>
                </a:solidFill>
                <a:latin typeface="Bauhaus 93" panose="04030905020B02020C02" pitchFamily="82" charset="0"/>
              </a:rPr>
              <a:t>GitHub használata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C0EFDF0A-4100-98A8-4527-58ADAE7E8465}"/>
              </a:ext>
            </a:extLst>
          </p:cNvPr>
          <p:cNvSpPr txBox="1"/>
          <p:nvPr/>
        </p:nvSpPr>
        <p:spPr>
          <a:xfrm>
            <a:off x="1857555" y="3428141"/>
            <a:ext cx="632097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hu-HU" sz="2800" dirty="0">
                <a:solidFill>
                  <a:schemeClr val="bg1"/>
                </a:solidFill>
                <a:latin typeface="Arial Black" panose="020B0A04020102020204" pitchFamily="34" charset="0"/>
              </a:rPr>
              <a:t>Verziókövetés - változtatások/módosítások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hu-HU" sz="2800" dirty="0">
                <a:solidFill>
                  <a:schemeClr val="bg1"/>
                </a:solidFill>
                <a:latin typeface="Arial Black" panose="020B0A04020102020204" pitchFamily="34" charset="0"/>
              </a:rPr>
              <a:t>Dokumentáció - README/projekt bemutatása</a:t>
            </a:r>
          </a:p>
        </p:txBody>
      </p:sp>
    </p:spTree>
    <p:extLst>
      <p:ext uri="{BB962C8B-B14F-4D97-AF65-F5344CB8AC3E}">
        <p14:creationId xmlns:p14="http://schemas.microsoft.com/office/powerpoint/2010/main" val="2816748734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03E8FC-7E8D-1A9E-06B4-C65F7D19C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B7B0848-2E9D-23C4-164E-40365EC7A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A63256F-04E9-3E04-8C8B-14715FEDF9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6C89A4F-79A1-C845-4702-FA15BB565A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3051ADE-A3DD-21AA-6F43-8DC75C8761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8D6BE6A-2231-2B74-2DDF-1BBA0C520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560F338-7E6F-B758-B4FD-2FA679AB2A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CCCF8AF-0169-1306-7335-8C60514A65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6333C48-A707-8A1C-1B65-4495684CED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23" y="1667708"/>
            <a:ext cx="6603508" cy="1144622"/>
          </a:xfrm>
        </p:spPr>
        <p:txBody>
          <a:bodyPr>
            <a:noAutofit/>
          </a:bodyPr>
          <a:lstStyle/>
          <a:p>
            <a:pPr algn="l"/>
            <a:r>
              <a:rPr lang="hu-HU" sz="10000" b="1" dirty="0">
                <a:solidFill>
                  <a:schemeClr val="bg1"/>
                </a:solidFill>
                <a:latin typeface="Bauhaus 93" panose="04030905020B02020C02" pitchFamily="82" charset="0"/>
              </a:rPr>
              <a:t>Részletek a kódból</a:t>
            </a:r>
          </a:p>
        </p:txBody>
      </p:sp>
    </p:spTree>
    <p:extLst>
      <p:ext uri="{BB962C8B-B14F-4D97-AF65-F5344CB8AC3E}">
        <p14:creationId xmlns:p14="http://schemas.microsoft.com/office/powerpoint/2010/main" val="3004801816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83</Words>
  <Application>Microsoft Office PowerPoint</Application>
  <PresentationFormat>Szélesvásznú</PresentationFormat>
  <Paragraphs>36</Paragraphs>
  <Slides>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5</vt:i4>
      </vt:variant>
    </vt:vector>
  </HeadingPairs>
  <TitlesOfParts>
    <vt:vector size="12" baseType="lpstr">
      <vt:lpstr>Aharoni</vt:lpstr>
      <vt:lpstr>Aptos</vt:lpstr>
      <vt:lpstr>Aptos Display</vt:lpstr>
      <vt:lpstr>Arial</vt:lpstr>
      <vt:lpstr>Arial Black</vt:lpstr>
      <vt:lpstr>Bauhaus 93</vt:lpstr>
      <vt:lpstr>Office-téma</vt:lpstr>
      <vt:lpstr>Fájl- kezelés</vt:lpstr>
      <vt:lpstr> Alapötlet</vt:lpstr>
      <vt:lpstr>Feladatok  felosztása</vt:lpstr>
      <vt:lpstr>GitHub használata</vt:lpstr>
      <vt:lpstr>Részletek a kódból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Fájl- kezelés</dc:title>
  <dc:creator>ElHa2008@sulid.hu</dc:creator>
  <cp:lastModifiedBy>ElHa2008@sulid.hu</cp:lastModifiedBy>
  <cp:revision>10</cp:revision>
  <dcterms:created xsi:type="dcterms:W3CDTF">2025-11-17T06:44:09Z</dcterms:created>
  <dcterms:modified xsi:type="dcterms:W3CDTF">2025-11-22T15:31:20Z</dcterms:modified>
</cp:coreProperties>
</file>