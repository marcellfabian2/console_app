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5" r:id="rId5"/>
    <p:sldId id="262" r:id="rId6"/>
    <p:sldId id="263" r:id="rId7"/>
    <p:sldId id="264" r:id="rId8"/>
    <p:sldId id="261" r:id="rId9"/>
  </p:sldIdLst>
  <p:sldSz cx="12192000" cy="6858000"/>
  <p:notesSz cx="6858000" cy="9144000"/>
  <p:defaultTextStyle>
    <a:defPPr>
      <a:defRPr lang="hu-H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E1116"/>
    <a:srgbClr val="282C3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006" autoAdjust="0"/>
    <p:restoredTop sz="94660"/>
  </p:normalViewPr>
  <p:slideViewPr>
    <p:cSldViewPr snapToGrid="0">
      <p:cViewPr varScale="1">
        <p:scale>
          <a:sx n="81" d="100"/>
          <a:sy n="81" d="100"/>
        </p:scale>
        <p:origin x="471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Cím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2A8AC78C-EDAB-C54A-92AC-EC599B6F616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hu-HU"/>
              <a:t>Mintacím szerkesztése</a:t>
            </a:r>
          </a:p>
        </p:txBody>
      </p:sp>
      <p:sp>
        <p:nvSpPr>
          <p:cNvPr id="3" name="Alcím 2">
            <a:extLst>
              <a:ext uri="{FF2B5EF4-FFF2-40B4-BE49-F238E27FC236}">
                <a16:creationId xmlns:a16="http://schemas.microsoft.com/office/drawing/2014/main" id="{A70F41CE-CA98-CC47-6536-4F7BB5659CC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hu-HU"/>
              <a:t>Kattintson ide az alcím mintájának szerkesztéséhez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0E04C68F-C42F-409D-13CE-B6C2E63A6A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4B5679-5FDA-4C46-9C7E-9F330E213A5E}" type="datetimeFigureOut">
              <a:rPr lang="hu-HU" smtClean="0"/>
              <a:t>2025. 11. 22.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910A6923-47B1-1958-93E3-248DF029EA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3772D122-9579-5089-0B4D-9B6D962705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34FE2D-B28B-41EF-A3B7-BEB00E6C4917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2708347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ím és tartal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0E833C08-96AB-9926-1DE8-93AFB9460D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191B3F32-3C6C-AD7F-8C99-A69CF50884A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7200C042-627B-5A9F-AE82-6D3DAFD54D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4B5679-5FDA-4C46-9C7E-9F330E213A5E}" type="datetimeFigureOut">
              <a:rPr lang="hu-HU" smtClean="0"/>
              <a:t>2025. 11. 22.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AC414F89-DF97-D40C-F05F-FDC2C1FF15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704DD44C-1662-CEE5-919D-8F9D7A09D8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34FE2D-B28B-41EF-A3B7-BEB00E6C4917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45625615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zakaszfejlé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CA29DDF7-F32F-98E0-D266-A97CA7CDD9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hu-HU"/>
              <a:t>Mintacím szerkesztése</a:t>
            </a:r>
          </a:p>
        </p:txBody>
      </p:sp>
      <p:sp>
        <p:nvSpPr>
          <p:cNvPr id="3" name="Szöveg helye 2">
            <a:extLst>
              <a:ext uri="{FF2B5EF4-FFF2-40B4-BE49-F238E27FC236}">
                <a16:creationId xmlns:a16="http://schemas.microsoft.com/office/drawing/2014/main" id="{CF493CFC-841D-9BEE-3871-7DF767F9368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01017B9E-A6A8-D888-8EF8-F1C1C23936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4B5679-5FDA-4C46-9C7E-9F330E213A5E}" type="datetimeFigureOut">
              <a:rPr lang="hu-HU" smtClean="0"/>
              <a:t>2025. 11. 22.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0EBEAF7E-D497-0F52-67DB-1EC574D7BD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0D737CF7-0618-5BCE-55A1-7892907BCB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34FE2D-B28B-41EF-A3B7-BEB00E6C4917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860275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tartalomrész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626D6FC8-5ACC-58E6-8026-DD58D59307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BAB1EE79-81DD-3167-2F94-36815FEBF14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Tartalom helye 3">
            <a:extLst>
              <a:ext uri="{FF2B5EF4-FFF2-40B4-BE49-F238E27FC236}">
                <a16:creationId xmlns:a16="http://schemas.microsoft.com/office/drawing/2014/main" id="{E89571AA-A901-8A26-A1AD-C235085B30E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5" name="Dátum helye 4">
            <a:extLst>
              <a:ext uri="{FF2B5EF4-FFF2-40B4-BE49-F238E27FC236}">
                <a16:creationId xmlns:a16="http://schemas.microsoft.com/office/drawing/2014/main" id="{C8EB5C16-C3C0-27EE-893C-38A025A21D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4B5679-5FDA-4C46-9C7E-9F330E213A5E}" type="datetimeFigureOut">
              <a:rPr lang="hu-HU" smtClean="0"/>
              <a:t>2025. 11. 22.</a:t>
            </a:fld>
            <a:endParaRPr lang="hu-HU"/>
          </a:p>
        </p:txBody>
      </p:sp>
      <p:sp>
        <p:nvSpPr>
          <p:cNvPr id="6" name="Élőláb helye 5">
            <a:extLst>
              <a:ext uri="{FF2B5EF4-FFF2-40B4-BE49-F238E27FC236}">
                <a16:creationId xmlns:a16="http://schemas.microsoft.com/office/drawing/2014/main" id="{74E8C1D3-0AD1-86CF-99C0-BE225F99E1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Dia számának helye 6">
            <a:extLst>
              <a:ext uri="{FF2B5EF4-FFF2-40B4-BE49-F238E27FC236}">
                <a16:creationId xmlns:a16="http://schemas.microsoft.com/office/drawing/2014/main" id="{F81617FE-58C0-A5FD-0F8D-9877C8D23D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34FE2D-B28B-41EF-A3B7-BEB00E6C4917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7382890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Összehasonlítá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279BE582-1457-F577-18A9-BFC73551D2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Szöveg helye 2">
            <a:extLst>
              <a:ext uri="{FF2B5EF4-FFF2-40B4-BE49-F238E27FC236}">
                <a16:creationId xmlns:a16="http://schemas.microsoft.com/office/drawing/2014/main" id="{980031E4-B360-DA02-6FAC-27B86080CFB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Tartalom helye 3">
            <a:extLst>
              <a:ext uri="{FF2B5EF4-FFF2-40B4-BE49-F238E27FC236}">
                <a16:creationId xmlns:a16="http://schemas.microsoft.com/office/drawing/2014/main" id="{B5976428-25AA-50CA-0F34-925392F4F9C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5" name="Szöveg helye 4">
            <a:extLst>
              <a:ext uri="{FF2B5EF4-FFF2-40B4-BE49-F238E27FC236}">
                <a16:creationId xmlns:a16="http://schemas.microsoft.com/office/drawing/2014/main" id="{29B2B8C4-1845-C1F5-C1AD-883CFD9CD43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6" name="Tartalom helye 5">
            <a:extLst>
              <a:ext uri="{FF2B5EF4-FFF2-40B4-BE49-F238E27FC236}">
                <a16:creationId xmlns:a16="http://schemas.microsoft.com/office/drawing/2014/main" id="{4057E6D3-503A-9126-7E7F-612E5F314EE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7" name="Dátum helye 6">
            <a:extLst>
              <a:ext uri="{FF2B5EF4-FFF2-40B4-BE49-F238E27FC236}">
                <a16:creationId xmlns:a16="http://schemas.microsoft.com/office/drawing/2014/main" id="{C7BCEC24-A46A-3EC7-C3DE-F54CC671B8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4B5679-5FDA-4C46-9C7E-9F330E213A5E}" type="datetimeFigureOut">
              <a:rPr lang="hu-HU" smtClean="0"/>
              <a:t>2025. 11. 22.</a:t>
            </a:fld>
            <a:endParaRPr lang="hu-HU"/>
          </a:p>
        </p:txBody>
      </p:sp>
      <p:sp>
        <p:nvSpPr>
          <p:cNvPr id="8" name="Élőláb helye 7">
            <a:extLst>
              <a:ext uri="{FF2B5EF4-FFF2-40B4-BE49-F238E27FC236}">
                <a16:creationId xmlns:a16="http://schemas.microsoft.com/office/drawing/2014/main" id="{01B722CE-89BD-7186-6115-1D161E947C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9" name="Dia számának helye 8">
            <a:extLst>
              <a:ext uri="{FF2B5EF4-FFF2-40B4-BE49-F238E27FC236}">
                <a16:creationId xmlns:a16="http://schemas.microsoft.com/office/drawing/2014/main" id="{82FBAB40-B7FF-5ABB-50DC-B2AF034954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34FE2D-B28B-41EF-A3B7-BEB00E6C4917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1351442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Csak cí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7C81821F-8C81-3555-05E9-A83EC3744F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Dátum helye 2">
            <a:extLst>
              <a:ext uri="{FF2B5EF4-FFF2-40B4-BE49-F238E27FC236}">
                <a16:creationId xmlns:a16="http://schemas.microsoft.com/office/drawing/2014/main" id="{0F58A85D-55D8-5FA8-0613-DAB50BF211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4B5679-5FDA-4C46-9C7E-9F330E213A5E}" type="datetimeFigureOut">
              <a:rPr lang="hu-HU" smtClean="0"/>
              <a:t>2025. 11. 22.</a:t>
            </a:fld>
            <a:endParaRPr lang="hu-HU"/>
          </a:p>
        </p:txBody>
      </p:sp>
      <p:sp>
        <p:nvSpPr>
          <p:cNvPr id="4" name="Élőláb helye 3">
            <a:extLst>
              <a:ext uri="{FF2B5EF4-FFF2-40B4-BE49-F238E27FC236}">
                <a16:creationId xmlns:a16="http://schemas.microsoft.com/office/drawing/2014/main" id="{D65FD098-F56A-4D31-6F91-EA6758FEE0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5" name="Dia számának helye 4">
            <a:extLst>
              <a:ext uri="{FF2B5EF4-FFF2-40B4-BE49-F238E27FC236}">
                <a16:creationId xmlns:a16="http://schemas.microsoft.com/office/drawing/2014/main" id="{2C539DB0-33C7-1ED5-25B7-194504D691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34FE2D-B28B-41EF-A3B7-BEB00E6C4917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8969955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Ü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átum helye 1">
            <a:extLst>
              <a:ext uri="{FF2B5EF4-FFF2-40B4-BE49-F238E27FC236}">
                <a16:creationId xmlns:a16="http://schemas.microsoft.com/office/drawing/2014/main" id="{964CB476-C1E0-7477-2443-5B9BC35CF0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4B5679-5FDA-4C46-9C7E-9F330E213A5E}" type="datetimeFigureOut">
              <a:rPr lang="hu-HU" smtClean="0"/>
              <a:t>2025. 11. 22.</a:t>
            </a:fld>
            <a:endParaRPr lang="hu-HU"/>
          </a:p>
        </p:txBody>
      </p:sp>
      <p:sp>
        <p:nvSpPr>
          <p:cNvPr id="3" name="Élőláb helye 2">
            <a:extLst>
              <a:ext uri="{FF2B5EF4-FFF2-40B4-BE49-F238E27FC236}">
                <a16:creationId xmlns:a16="http://schemas.microsoft.com/office/drawing/2014/main" id="{6100DB9E-182E-09CD-B20A-8E91FF2CC5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4" name="Dia számának helye 3">
            <a:extLst>
              <a:ext uri="{FF2B5EF4-FFF2-40B4-BE49-F238E27FC236}">
                <a16:creationId xmlns:a16="http://schemas.microsoft.com/office/drawing/2014/main" id="{67647FD5-4710-5379-8EA2-1B7DDD9D4D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34FE2D-B28B-41EF-A3B7-BEB00E6C4917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408890512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Tartalomrész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D446CF79-AAA0-3204-3A7C-DE5F932CF6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u-HU"/>
              <a:t>Mintacím szerkesztése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CD38090E-A81D-95CA-ECEB-E01F69EEB8D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Szöveg helye 3">
            <a:extLst>
              <a:ext uri="{FF2B5EF4-FFF2-40B4-BE49-F238E27FC236}">
                <a16:creationId xmlns:a16="http://schemas.microsoft.com/office/drawing/2014/main" id="{2B6AEFB1-294A-72B4-9EFE-102617FAA45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átum helye 4">
            <a:extLst>
              <a:ext uri="{FF2B5EF4-FFF2-40B4-BE49-F238E27FC236}">
                <a16:creationId xmlns:a16="http://schemas.microsoft.com/office/drawing/2014/main" id="{6B250111-BEBE-DF4B-BB20-5ACE5C4503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4B5679-5FDA-4C46-9C7E-9F330E213A5E}" type="datetimeFigureOut">
              <a:rPr lang="hu-HU" smtClean="0"/>
              <a:t>2025. 11. 22.</a:t>
            </a:fld>
            <a:endParaRPr lang="hu-HU"/>
          </a:p>
        </p:txBody>
      </p:sp>
      <p:sp>
        <p:nvSpPr>
          <p:cNvPr id="6" name="Élőláb helye 5">
            <a:extLst>
              <a:ext uri="{FF2B5EF4-FFF2-40B4-BE49-F238E27FC236}">
                <a16:creationId xmlns:a16="http://schemas.microsoft.com/office/drawing/2014/main" id="{DD501902-B1EA-8DE1-31B4-0E5B0BB044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Dia számának helye 6">
            <a:extLst>
              <a:ext uri="{FF2B5EF4-FFF2-40B4-BE49-F238E27FC236}">
                <a16:creationId xmlns:a16="http://schemas.microsoft.com/office/drawing/2014/main" id="{F2E5A04E-CFB3-CA78-F8BF-1D1596FCF1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34FE2D-B28B-41EF-A3B7-BEB00E6C4917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8173036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Kép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382082F9-42DF-1FC1-095A-9EBCE38CE4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u-HU"/>
              <a:t>Mintacím szerkesztése</a:t>
            </a:r>
          </a:p>
        </p:txBody>
      </p:sp>
      <p:sp>
        <p:nvSpPr>
          <p:cNvPr id="3" name="Kép helye 2">
            <a:extLst>
              <a:ext uri="{FF2B5EF4-FFF2-40B4-BE49-F238E27FC236}">
                <a16:creationId xmlns:a16="http://schemas.microsoft.com/office/drawing/2014/main" id="{B54BE4B9-2427-0DAB-3ACC-388E2336C16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hu-HU"/>
          </a:p>
        </p:txBody>
      </p:sp>
      <p:sp>
        <p:nvSpPr>
          <p:cNvPr id="4" name="Szöveg helye 3">
            <a:extLst>
              <a:ext uri="{FF2B5EF4-FFF2-40B4-BE49-F238E27FC236}">
                <a16:creationId xmlns:a16="http://schemas.microsoft.com/office/drawing/2014/main" id="{9BAF3B8D-BFCD-6491-2F8A-44B706CE830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átum helye 4">
            <a:extLst>
              <a:ext uri="{FF2B5EF4-FFF2-40B4-BE49-F238E27FC236}">
                <a16:creationId xmlns:a16="http://schemas.microsoft.com/office/drawing/2014/main" id="{BEB30BF0-3C3A-2377-10EF-AD33F4ABC0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4B5679-5FDA-4C46-9C7E-9F330E213A5E}" type="datetimeFigureOut">
              <a:rPr lang="hu-HU" smtClean="0"/>
              <a:t>2025. 11. 22.</a:t>
            </a:fld>
            <a:endParaRPr lang="hu-HU"/>
          </a:p>
        </p:txBody>
      </p:sp>
      <p:sp>
        <p:nvSpPr>
          <p:cNvPr id="6" name="Élőláb helye 5">
            <a:extLst>
              <a:ext uri="{FF2B5EF4-FFF2-40B4-BE49-F238E27FC236}">
                <a16:creationId xmlns:a16="http://schemas.microsoft.com/office/drawing/2014/main" id="{5DB401BC-B808-F92E-505E-661C15F230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Dia számának helye 6">
            <a:extLst>
              <a:ext uri="{FF2B5EF4-FFF2-40B4-BE49-F238E27FC236}">
                <a16:creationId xmlns:a16="http://schemas.microsoft.com/office/drawing/2014/main" id="{ED04D4A0-326E-DDA5-B2AA-09357EC791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34FE2D-B28B-41EF-A3B7-BEB00E6C4917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6068485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Cím és függőlege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8E2CAFB0-81C7-F294-47B5-DE32FEE90F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Függőleges szöveg helye 2">
            <a:extLst>
              <a:ext uri="{FF2B5EF4-FFF2-40B4-BE49-F238E27FC236}">
                <a16:creationId xmlns:a16="http://schemas.microsoft.com/office/drawing/2014/main" id="{EAA01F1D-5567-0001-5D87-1F0BA919BCA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391CBDC2-BB63-1162-37B0-90E29F6BDE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4B5679-5FDA-4C46-9C7E-9F330E213A5E}" type="datetimeFigureOut">
              <a:rPr lang="hu-HU" smtClean="0"/>
              <a:t>2025. 11. 22.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5284906D-0856-580D-846A-93F00A64EF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F4AC3B9B-CC27-B2D7-831C-83267F03DA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34FE2D-B28B-41EF-A3B7-BEB00E6C4917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21873971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Függőleges cím é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üggőleges cím 1">
            <a:extLst>
              <a:ext uri="{FF2B5EF4-FFF2-40B4-BE49-F238E27FC236}">
                <a16:creationId xmlns:a16="http://schemas.microsoft.com/office/drawing/2014/main" id="{E284070E-37B9-9EB1-733F-C05BCB57A5F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Függőleges szöveg helye 2">
            <a:extLst>
              <a:ext uri="{FF2B5EF4-FFF2-40B4-BE49-F238E27FC236}">
                <a16:creationId xmlns:a16="http://schemas.microsoft.com/office/drawing/2014/main" id="{C223D0D7-6455-03DE-8384-C460C954970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E4B6AC65-6405-C692-C221-01409C6D15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4B5679-5FDA-4C46-9C7E-9F330E213A5E}" type="datetimeFigureOut">
              <a:rPr lang="hu-HU" smtClean="0"/>
              <a:t>2025. 11. 22.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30FE54B8-6D6D-AD69-E3A7-882716788C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21CD7952-C366-7A5F-0967-C4D9202111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34FE2D-B28B-41EF-A3B7-BEB00E6C4917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5551581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helye 1">
            <a:extLst>
              <a:ext uri="{FF2B5EF4-FFF2-40B4-BE49-F238E27FC236}">
                <a16:creationId xmlns:a16="http://schemas.microsoft.com/office/drawing/2014/main" id="{9B627747-7AA1-780D-028D-D6E58803C4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hu-HU"/>
              <a:t>Mintacím szerkesztése</a:t>
            </a:r>
          </a:p>
        </p:txBody>
      </p:sp>
      <p:sp>
        <p:nvSpPr>
          <p:cNvPr id="3" name="Szöveg helye 2">
            <a:extLst>
              <a:ext uri="{FF2B5EF4-FFF2-40B4-BE49-F238E27FC236}">
                <a16:creationId xmlns:a16="http://schemas.microsoft.com/office/drawing/2014/main" id="{EEEAB1C8-6407-D78E-DAE3-DA2727C2714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2A314DC8-F608-682B-5ECF-5772A97FEE1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44B5679-5FDA-4C46-9C7E-9F330E213A5E}" type="datetimeFigureOut">
              <a:rPr lang="hu-HU" smtClean="0"/>
              <a:t>2025. 11. 22.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08F6324F-F042-EF21-C942-49F2D633CEE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D26AFFDB-1CCF-7E0B-F5E2-F89343DF056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034FE2D-B28B-41EF-A3B7-BEB00E6C4917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41585648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hu-H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E30439A-8A5B-46EC-8283-9B6B031D40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CEAD642-85CF-4750-8432-7C80C901F0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427"/>
            <a:ext cx="12192001" cy="6858000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A33EEAE-15D5-4119-8C1E-89D943F911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455521" y="-1720"/>
            <a:ext cx="11750040" cy="6840685"/>
          </a:xfrm>
          <a:prstGeom prst="rect">
            <a:avLst/>
          </a:prstGeom>
          <a:gradFill>
            <a:gsLst>
              <a:gs pos="21000">
                <a:schemeClr val="accent1">
                  <a:lumMod val="50000"/>
                  <a:alpha val="61000"/>
                </a:schemeClr>
              </a:gs>
              <a:gs pos="100000">
                <a:schemeClr val="accent1">
                  <a:alpha val="0"/>
                </a:schemeClr>
              </a:gs>
            </a:gsLst>
            <a:lin ang="21594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30D8B3B-9B80-4025-B934-26DC7D7CD2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606054" y="-1291"/>
            <a:ext cx="3608179" cy="6858864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0"/>
                </a:schemeClr>
              </a:gs>
              <a:gs pos="99000">
                <a:srgbClr val="000000">
                  <a:alpha val="41000"/>
                </a:srgbClr>
              </a:gs>
            </a:gsLst>
            <a:lin ang="16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B5A1B09C-1565-46F8-B70F-621C5EB48A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5274173">
            <a:off x="6059728" y="779270"/>
            <a:ext cx="4967533" cy="4988390"/>
          </a:xfrm>
          <a:prstGeom prst="ellipse">
            <a:avLst/>
          </a:prstGeom>
          <a:gradFill>
            <a:gsLst>
              <a:gs pos="0">
                <a:schemeClr val="accent1">
                  <a:alpha val="24000"/>
                </a:schemeClr>
              </a:gs>
              <a:gs pos="79000">
                <a:schemeClr val="accent1">
                  <a:lumMod val="60000"/>
                  <a:lumOff val="40000"/>
                  <a:alpha val="0"/>
                </a:schemeClr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8C516CC8-80AC-446C-A56E-9F54B72104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314" y="4480038"/>
            <a:ext cx="12179371" cy="2377962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50000"/>
                </a:schemeClr>
              </a:gs>
              <a:gs pos="99000">
                <a:srgbClr val="000000">
                  <a:alpha val="34000"/>
                </a:srgb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Alcím 2">
            <a:extLst>
              <a:ext uri="{FF2B5EF4-FFF2-40B4-BE49-F238E27FC236}">
                <a16:creationId xmlns:a16="http://schemas.microsoft.com/office/drawing/2014/main" id="{1B4CFDE0-14EA-E66D-93D1-B8D79E98369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122057" y="6314892"/>
            <a:ext cx="8050013" cy="518595"/>
          </a:xfrm>
        </p:spPr>
        <p:txBody>
          <a:bodyPr>
            <a:normAutofit/>
          </a:bodyPr>
          <a:lstStyle/>
          <a:p>
            <a:pPr algn="r"/>
            <a:r>
              <a:rPr lang="hu-HU" dirty="0">
                <a:solidFill>
                  <a:srgbClr val="FFFFFF"/>
                </a:solidFill>
                <a:latin typeface="Aharoni" panose="020F0502020204030204" pitchFamily="2" charset="-79"/>
                <a:cs typeface="Aharoni" panose="020F0502020204030204" pitchFamily="2" charset="-79"/>
              </a:rPr>
              <a:t>Készítette: Elekes Hanna, Koós Alex, Fábián Marcell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53947E58-F088-49F1-A3D1-DEA690192E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6967085" y="1632660"/>
            <a:ext cx="6857572" cy="3592258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50000"/>
                </a:schemeClr>
              </a:gs>
              <a:gs pos="99000">
                <a:srgbClr val="000000">
                  <a:alpha val="0"/>
                </a:srgb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Cím 1">
            <a:extLst>
              <a:ext uri="{FF2B5EF4-FFF2-40B4-BE49-F238E27FC236}">
                <a16:creationId xmlns:a16="http://schemas.microsoft.com/office/drawing/2014/main" id="{9414A137-C6AD-73B5-6B58-A792F1DE5FA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98923" y="3704802"/>
            <a:ext cx="9863455" cy="1918404"/>
          </a:xfrm>
        </p:spPr>
        <p:txBody>
          <a:bodyPr>
            <a:noAutofit/>
          </a:bodyPr>
          <a:lstStyle/>
          <a:p>
            <a:pPr algn="l"/>
            <a:r>
              <a:rPr lang="hu-HU" sz="20000" dirty="0">
                <a:solidFill>
                  <a:srgbClr val="FFFFFF"/>
                </a:solidFill>
                <a:latin typeface="Bauhaus 93" panose="04030905020B02020C02" pitchFamily="82" charset="0"/>
              </a:rPr>
              <a:t>Fájl-</a:t>
            </a:r>
            <a:br>
              <a:rPr lang="hu-HU" sz="20000" dirty="0">
                <a:solidFill>
                  <a:srgbClr val="FFFFFF"/>
                </a:solidFill>
                <a:latin typeface="Bauhaus 93" panose="04030905020B02020C02" pitchFamily="82" charset="0"/>
              </a:rPr>
            </a:br>
            <a:r>
              <a:rPr lang="hu-HU" sz="20000" dirty="0">
                <a:solidFill>
                  <a:srgbClr val="FFFFFF"/>
                </a:solidFill>
                <a:latin typeface="Bauhaus 93" panose="04030905020B02020C02" pitchFamily="82" charset="0"/>
              </a:rPr>
              <a:t>kezelés</a:t>
            </a:r>
          </a:p>
        </p:txBody>
      </p:sp>
    </p:spTree>
    <p:extLst>
      <p:ext uri="{BB962C8B-B14F-4D97-AF65-F5344CB8AC3E}">
        <p14:creationId xmlns:p14="http://schemas.microsoft.com/office/powerpoint/2010/main" val="1231669072"/>
      </p:ext>
    </p:extLst>
  </p:cSld>
  <p:clrMapOvr>
    <a:masterClrMapping/>
  </p:clrMapOvr>
  <p:transition spd="slow">
    <p:push dir="u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FB3669F-E576-9AB9-DB54-76B30AEC12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5370DED7-0F10-8D2D-B6BF-047FF6D0EC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3911ABB-6994-E1B9-9D67-930C02751E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427"/>
            <a:ext cx="12192001" cy="6858000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07EB7F0-4D62-7FF0-5F1C-7C3DACC84E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455521" y="-1720"/>
            <a:ext cx="11750040" cy="6840685"/>
          </a:xfrm>
          <a:prstGeom prst="rect">
            <a:avLst/>
          </a:prstGeom>
          <a:gradFill>
            <a:gsLst>
              <a:gs pos="21000">
                <a:schemeClr val="accent1">
                  <a:lumMod val="50000"/>
                  <a:alpha val="61000"/>
                </a:schemeClr>
              </a:gs>
              <a:gs pos="100000">
                <a:schemeClr val="accent1">
                  <a:alpha val="0"/>
                </a:schemeClr>
              </a:gs>
            </a:gsLst>
            <a:lin ang="21594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9901A66-4619-A09D-DC54-B020657021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606054" y="-1291"/>
            <a:ext cx="3608179" cy="6858864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0"/>
                </a:schemeClr>
              </a:gs>
              <a:gs pos="99000">
                <a:srgbClr val="000000">
                  <a:alpha val="41000"/>
                </a:srgbClr>
              </a:gs>
            </a:gsLst>
            <a:lin ang="16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96117021-BA8F-F0C3-E9DC-68CB0F1DDC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5274173">
            <a:off x="6059728" y="779270"/>
            <a:ext cx="4967533" cy="4988390"/>
          </a:xfrm>
          <a:prstGeom prst="ellipse">
            <a:avLst/>
          </a:prstGeom>
          <a:gradFill>
            <a:gsLst>
              <a:gs pos="0">
                <a:schemeClr val="accent1">
                  <a:alpha val="24000"/>
                </a:schemeClr>
              </a:gs>
              <a:gs pos="79000">
                <a:schemeClr val="accent1">
                  <a:lumMod val="60000"/>
                  <a:lumOff val="40000"/>
                  <a:alpha val="0"/>
                </a:schemeClr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926F33FC-6F24-DC82-F176-6BFF65CC81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314" y="4480038"/>
            <a:ext cx="12179371" cy="2377962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50000"/>
                </a:schemeClr>
              </a:gs>
              <a:gs pos="99000">
                <a:srgbClr val="000000">
                  <a:alpha val="34000"/>
                </a:srgb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28E3A39D-E0CF-780D-A060-946F4CD31D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6967085" y="1632660"/>
            <a:ext cx="6857572" cy="3592258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50000"/>
                </a:schemeClr>
              </a:gs>
              <a:gs pos="99000">
                <a:srgbClr val="000000">
                  <a:alpha val="0"/>
                </a:srgb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Cím 1">
            <a:extLst>
              <a:ext uri="{FF2B5EF4-FFF2-40B4-BE49-F238E27FC236}">
                <a16:creationId xmlns:a16="http://schemas.microsoft.com/office/drawing/2014/main" id="{C883B4A4-3A27-08AC-9E90-BE6B0BB46D4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888" y="-69161"/>
            <a:ext cx="7338329" cy="1587260"/>
          </a:xfrm>
        </p:spPr>
        <p:txBody>
          <a:bodyPr>
            <a:noAutofit/>
          </a:bodyPr>
          <a:lstStyle/>
          <a:p>
            <a:pPr algn="l"/>
            <a:r>
              <a:rPr lang="hu-HU" b="1" dirty="0">
                <a:solidFill>
                  <a:schemeClr val="bg1"/>
                </a:solidFill>
                <a:latin typeface="Bauhaus 93" panose="04030905020B02020C02" pitchFamily="82" charset="0"/>
              </a:rPr>
              <a:t> </a:t>
            </a:r>
            <a:r>
              <a:rPr lang="hu-HU" sz="10000" b="1" dirty="0">
                <a:solidFill>
                  <a:schemeClr val="bg1"/>
                </a:solidFill>
                <a:latin typeface="Bauhaus 93" panose="04030905020B02020C02" pitchFamily="82" charset="0"/>
              </a:rPr>
              <a:t>Alapötlet</a:t>
            </a:r>
          </a:p>
        </p:txBody>
      </p:sp>
      <p:sp>
        <p:nvSpPr>
          <p:cNvPr id="3" name="Téglalap: lekerekített 2">
            <a:extLst>
              <a:ext uri="{FF2B5EF4-FFF2-40B4-BE49-F238E27FC236}">
                <a16:creationId xmlns:a16="http://schemas.microsoft.com/office/drawing/2014/main" id="{57921892-3804-4BF8-98FC-64D86AD6CE2B}"/>
              </a:ext>
            </a:extLst>
          </p:cNvPr>
          <p:cNvSpPr/>
          <p:nvPr/>
        </p:nvSpPr>
        <p:spPr>
          <a:xfrm>
            <a:off x="455521" y="1823850"/>
            <a:ext cx="4824781" cy="4700724"/>
          </a:xfrm>
          <a:prstGeom prst="roundRect">
            <a:avLst>
              <a:gd name="adj" fmla="val 23948"/>
            </a:avLst>
          </a:prstGeom>
          <a:noFill/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5" name="Szövegdoboz 4">
            <a:extLst>
              <a:ext uri="{FF2B5EF4-FFF2-40B4-BE49-F238E27FC236}">
                <a16:creationId xmlns:a16="http://schemas.microsoft.com/office/drawing/2014/main" id="{B2E71E07-7E69-42CB-8746-38DBF2560DE0}"/>
              </a:ext>
            </a:extLst>
          </p:cNvPr>
          <p:cNvSpPr txBox="1"/>
          <p:nvPr/>
        </p:nvSpPr>
        <p:spPr>
          <a:xfrm>
            <a:off x="1972551" y="1860542"/>
            <a:ext cx="184245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sz="2800" dirty="0"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Windows</a:t>
            </a:r>
          </a:p>
        </p:txBody>
      </p:sp>
      <p:sp>
        <p:nvSpPr>
          <p:cNvPr id="15" name="Szövegdoboz 14">
            <a:extLst>
              <a:ext uri="{FF2B5EF4-FFF2-40B4-BE49-F238E27FC236}">
                <a16:creationId xmlns:a16="http://schemas.microsoft.com/office/drawing/2014/main" id="{B548BA38-FE93-42AC-845E-FABF9693EB71}"/>
              </a:ext>
            </a:extLst>
          </p:cNvPr>
          <p:cNvSpPr txBox="1"/>
          <p:nvPr/>
        </p:nvSpPr>
        <p:spPr>
          <a:xfrm>
            <a:off x="8458546" y="1827591"/>
            <a:ext cx="184245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sz="2800" dirty="0"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Program</a:t>
            </a:r>
          </a:p>
        </p:txBody>
      </p:sp>
      <p:sp>
        <p:nvSpPr>
          <p:cNvPr id="7" name="Szövegdoboz 6">
            <a:extLst>
              <a:ext uri="{FF2B5EF4-FFF2-40B4-BE49-F238E27FC236}">
                <a16:creationId xmlns:a16="http://schemas.microsoft.com/office/drawing/2014/main" id="{431F4680-9F55-459C-B459-D7955F285AD1}"/>
              </a:ext>
            </a:extLst>
          </p:cNvPr>
          <p:cNvSpPr txBox="1"/>
          <p:nvPr/>
        </p:nvSpPr>
        <p:spPr>
          <a:xfrm>
            <a:off x="1376463" y="5456819"/>
            <a:ext cx="14914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dirty="0">
                <a:solidFill>
                  <a:schemeClr val="bg1"/>
                </a:solidFill>
                <a:latin typeface="Arial Black" panose="020B0A04020102020204" pitchFamily="34" charset="0"/>
              </a:rPr>
              <a:t>Lassú</a:t>
            </a:r>
          </a:p>
        </p:txBody>
      </p:sp>
      <p:sp>
        <p:nvSpPr>
          <p:cNvPr id="19" name="Szövegdoboz 18">
            <a:extLst>
              <a:ext uri="{FF2B5EF4-FFF2-40B4-BE49-F238E27FC236}">
                <a16:creationId xmlns:a16="http://schemas.microsoft.com/office/drawing/2014/main" id="{0203560E-8DC6-4A03-8795-64DFD999809F}"/>
              </a:ext>
            </a:extLst>
          </p:cNvPr>
          <p:cNvSpPr txBox="1"/>
          <p:nvPr/>
        </p:nvSpPr>
        <p:spPr>
          <a:xfrm>
            <a:off x="2205282" y="3540851"/>
            <a:ext cx="317404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dirty="0">
                <a:solidFill>
                  <a:schemeClr val="bg1"/>
                </a:solidFill>
                <a:latin typeface="Arial Black" panose="020B0A04020102020204" pitchFamily="34" charset="0"/>
              </a:rPr>
              <a:t>Helyenként bonyolult</a:t>
            </a:r>
          </a:p>
        </p:txBody>
      </p:sp>
      <p:sp>
        <p:nvSpPr>
          <p:cNvPr id="21" name="Szövegdoboz 20">
            <a:extLst>
              <a:ext uri="{FF2B5EF4-FFF2-40B4-BE49-F238E27FC236}">
                <a16:creationId xmlns:a16="http://schemas.microsoft.com/office/drawing/2014/main" id="{1FA63CC9-1626-488A-8C63-DD2DA37C7C35}"/>
              </a:ext>
            </a:extLst>
          </p:cNvPr>
          <p:cNvSpPr txBox="1"/>
          <p:nvPr/>
        </p:nvSpPr>
        <p:spPr>
          <a:xfrm>
            <a:off x="588192" y="4237033"/>
            <a:ext cx="319586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dirty="0">
                <a:solidFill>
                  <a:schemeClr val="bg1"/>
                </a:solidFill>
                <a:latin typeface="Arial Black" panose="020B0A04020102020204" pitchFamily="34" charset="0"/>
              </a:rPr>
              <a:t>Kevésbé interaktív</a:t>
            </a:r>
          </a:p>
          <a:p>
            <a:endParaRPr lang="hu-HU" dirty="0">
              <a:solidFill>
                <a:schemeClr val="bg1"/>
              </a:solidFill>
              <a:latin typeface="Arial Black" panose="020B0A04020102020204" pitchFamily="34" charset="0"/>
            </a:endParaRPr>
          </a:p>
        </p:txBody>
      </p:sp>
      <p:sp>
        <p:nvSpPr>
          <p:cNvPr id="22" name="Szövegdoboz 21">
            <a:extLst>
              <a:ext uri="{FF2B5EF4-FFF2-40B4-BE49-F238E27FC236}">
                <a16:creationId xmlns:a16="http://schemas.microsoft.com/office/drawing/2014/main" id="{22FEA852-236A-425C-AF39-AE854F6B6A83}"/>
              </a:ext>
            </a:extLst>
          </p:cNvPr>
          <p:cNvSpPr txBox="1"/>
          <p:nvPr/>
        </p:nvSpPr>
        <p:spPr>
          <a:xfrm>
            <a:off x="826353" y="2682132"/>
            <a:ext cx="317404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dirty="0">
                <a:solidFill>
                  <a:schemeClr val="bg1"/>
                </a:solidFill>
                <a:latin typeface="Arial Black" panose="020B0A04020102020204" pitchFamily="34" charset="0"/>
              </a:rPr>
              <a:t>Előismeret szükséglete</a:t>
            </a:r>
          </a:p>
          <a:p>
            <a:endParaRPr lang="hu-HU" dirty="0">
              <a:solidFill>
                <a:schemeClr val="bg1"/>
              </a:solidFill>
              <a:latin typeface="Arial Black" panose="020B0A04020102020204" pitchFamily="34" charset="0"/>
            </a:endParaRPr>
          </a:p>
        </p:txBody>
      </p:sp>
      <p:sp>
        <p:nvSpPr>
          <p:cNvPr id="23" name="Szövegdoboz 22">
            <a:extLst>
              <a:ext uri="{FF2B5EF4-FFF2-40B4-BE49-F238E27FC236}">
                <a16:creationId xmlns:a16="http://schemas.microsoft.com/office/drawing/2014/main" id="{04B4E3CA-740F-42F9-A5F0-DD2202D48B4B}"/>
              </a:ext>
            </a:extLst>
          </p:cNvPr>
          <p:cNvSpPr txBox="1"/>
          <p:nvPr/>
        </p:nvSpPr>
        <p:spPr>
          <a:xfrm>
            <a:off x="3017524" y="4870255"/>
            <a:ext cx="302021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dirty="0">
                <a:solidFill>
                  <a:schemeClr val="bg1"/>
                </a:solidFill>
                <a:latin typeface="Arial Black" panose="020B0A04020102020204" pitchFamily="34" charset="0"/>
              </a:rPr>
              <a:t>Nem látványos</a:t>
            </a:r>
          </a:p>
          <a:p>
            <a:endParaRPr lang="hu-HU" dirty="0">
              <a:solidFill>
                <a:schemeClr val="bg1"/>
              </a:solidFill>
              <a:latin typeface="Arial Black" panose="020B0A04020102020204" pitchFamily="34" charset="0"/>
            </a:endParaRPr>
          </a:p>
        </p:txBody>
      </p:sp>
      <p:sp>
        <p:nvSpPr>
          <p:cNvPr id="24" name="Téglalap: lekerekített 23">
            <a:extLst>
              <a:ext uri="{FF2B5EF4-FFF2-40B4-BE49-F238E27FC236}">
                <a16:creationId xmlns:a16="http://schemas.microsoft.com/office/drawing/2014/main" id="{197605C9-06F2-4FE3-91D8-70732165906C}"/>
              </a:ext>
            </a:extLst>
          </p:cNvPr>
          <p:cNvSpPr/>
          <p:nvPr/>
        </p:nvSpPr>
        <p:spPr>
          <a:xfrm>
            <a:off x="6797332" y="1823850"/>
            <a:ext cx="4824781" cy="4700724"/>
          </a:xfrm>
          <a:prstGeom prst="roundRect">
            <a:avLst>
              <a:gd name="adj" fmla="val 23948"/>
            </a:avLst>
          </a:prstGeom>
          <a:noFill/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9" name="Szövegdoboz 8">
            <a:extLst>
              <a:ext uri="{FF2B5EF4-FFF2-40B4-BE49-F238E27FC236}">
                <a16:creationId xmlns:a16="http://schemas.microsoft.com/office/drawing/2014/main" id="{608503B9-3D3F-4946-B68C-DC5875466A6E}"/>
              </a:ext>
            </a:extLst>
          </p:cNvPr>
          <p:cNvSpPr txBox="1"/>
          <p:nvPr/>
        </p:nvSpPr>
        <p:spPr>
          <a:xfrm>
            <a:off x="7082712" y="2761514"/>
            <a:ext cx="38457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dirty="0">
                <a:solidFill>
                  <a:schemeClr val="bg1"/>
                </a:solidFill>
                <a:latin typeface="Arial Black" panose="020B0A04020102020204" pitchFamily="34" charset="0"/>
              </a:rPr>
              <a:t>Nem szükséges előismeret</a:t>
            </a:r>
          </a:p>
        </p:txBody>
      </p:sp>
      <p:sp>
        <p:nvSpPr>
          <p:cNvPr id="25" name="Szövegdoboz 24">
            <a:extLst>
              <a:ext uri="{FF2B5EF4-FFF2-40B4-BE49-F238E27FC236}">
                <a16:creationId xmlns:a16="http://schemas.microsoft.com/office/drawing/2014/main" id="{B8AFBB22-B78A-4403-AEF5-DB734BF06130}"/>
              </a:ext>
            </a:extLst>
          </p:cNvPr>
          <p:cNvSpPr txBox="1"/>
          <p:nvPr/>
        </p:nvSpPr>
        <p:spPr>
          <a:xfrm>
            <a:off x="9959952" y="3410924"/>
            <a:ext cx="13870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dirty="0">
                <a:solidFill>
                  <a:schemeClr val="bg1"/>
                </a:solidFill>
                <a:latin typeface="Arial Black" panose="020B0A04020102020204" pitchFamily="34" charset="0"/>
              </a:rPr>
              <a:t>Gyorsabb</a:t>
            </a:r>
          </a:p>
        </p:txBody>
      </p:sp>
      <p:sp>
        <p:nvSpPr>
          <p:cNvPr id="26" name="Szövegdoboz 25">
            <a:extLst>
              <a:ext uri="{FF2B5EF4-FFF2-40B4-BE49-F238E27FC236}">
                <a16:creationId xmlns:a16="http://schemas.microsoft.com/office/drawing/2014/main" id="{5DCE7175-DF4C-4AD9-BBF7-BFB1F2E506F3}"/>
              </a:ext>
            </a:extLst>
          </p:cNvPr>
          <p:cNvSpPr txBox="1"/>
          <p:nvPr/>
        </p:nvSpPr>
        <p:spPr>
          <a:xfrm>
            <a:off x="7082712" y="3774394"/>
            <a:ext cx="38457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dirty="0">
                <a:solidFill>
                  <a:schemeClr val="bg1"/>
                </a:solidFill>
                <a:latin typeface="Arial Black" panose="020B0A04020102020204" pitchFamily="34" charset="0"/>
              </a:rPr>
              <a:t>Érthető kódmagyarázat</a:t>
            </a:r>
          </a:p>
        </p:txBody>
      </p:sp>
      <p:sp>
        <p:nvSpPr>
          <p:cNvPr id="27" name="Szövegdoboz 26">
            <a:extLst>
              <a:ext uri="{FF2B5EF4-FFF2-40B4-BE49-F238E27FC236}">
                <a16:creationId xmlns:a16="http://schemas.microsoft.com/office/drawing/2014/main" id="{75EF7814-771E-4719-968F-BA17F4ECC68A}"/>
              </a:ext>
            </a:extLst>
          </p:cNvPr>
          <p:cNvSpPr txBox="1"/>
          <p:nvPr/>
        </p:nvSpPr>
        <p:spPr>
          <a:xfrm>
            <a:off x="7345329" y="4770028"/>
            <a:ext cx="20596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dirty="0">
                <a:solidFill>
                  <a:schemeClr val="bg1"/>
                </a:solidFill>
                <a:latin typeface="Arial Black" panose="020B0A04020102020204" pitchFamily="34" charset="0"/>
              </a:rPr>
              <a:t>Látványos</a:t>
            </a:r>
          </a:p>
        </p:txBody>
      </p:sp>
      <p:sp>
        <p:nvSpPr>
          <p:cNvPr id="28" name="Szövegdoboz 27">
            <a:extLst>
              <a:ext uri="{FF2B5EF4-FFF2-40B4-BE49-F238E27FC236}">
                <a16:creationId xmlns:a16="http://schemas.microsoft.com/office/drawing/2014/main" id="{05EADE43-CEA9-437E-893E-126001C9F1C8}"/>
              </a:ext>
            </a:extLst>
          </p:cNvPr>
          <p:cNvSpPr txBox="1"/>
          <p:nvPr/>
        </p:nvSpPr>
        <p:spPr>
          <a:xfrm>
            <a:off x="9488694" y="4306478"/>
            <a:ext cx="16246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dirty="0">
                <a:solidFill>
                  <a:schemeClr val="bg1"/>
                </a:solidFill>
                <a:latin typeface="Arial Black" panose="020B0A04020102020204" pitchFamily="34" charset="0"/>
              </a:rPr>
              <a:t>Interaktív</a:t>
            </a:r>
          </a:p>
        </p:txBody>
      </p:sp>
      <p:sp>
        <p:nvSpPr>
          <p:cNvPr id="29" name="Szövegdoboz 28">
            <a:extLst>
              <a:ext uri="{FF2B5EF4-FFF2-40B4-BE49-F238E27FC236}">
                <a16:creationId xmlns:a16="http://schemas.microsoft.com/office/drawing/2014/main" id="{8D9EDB13-2C7B-4F80-977B-10C3C36A89B1}"/>
              </a:ext>
            </a:extLst>
          </p:cNvPr>
          <p:cNvSpPr txBox="1"/>
          <p:nvPr/>
        </p:nvSpPr>
        <p:spPr>
          <a:xfrm>
            <a:off x="8401691" y="5492975"/>
            <a:ext cx="17932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dirty="0">
                <a:solidFill>
                  <a:schemeClr val="bg1"/>
                </a:solidFill>
                <a:latin typeface="Arial Black" panose="020B0A04020102020204" pitchFamily="34" charset="0"/>
              </a:rPr>
              <a:t>Hibaszűrő</a:t>
            </a:r>
          </a:p>
        </p:txBody>
      </p:sp>
      <p:sp>
        <p:nvSpPr>
          <p:cNvPr id="30" name="Nyíl: jobbra mutató 29">
            <a:extLst>
              <a:ext uri="{FF2B5EF4-FFF2-40B4-BE49-F238E27FC236}">
                <a16:creationId xmlns:a16="http://schemas.microsoft.com/office/drawing/2014/main" id="{90CAAA9A-4C5F-4542-8805-4A3327F636F5}"/>
              </a:ext>
            </a:extLst>
          </p:cNvPr>
          <p:cNvSpPr/>
          <p:nvPr/>
        </p:nvSpPr>
        <p:spPr>
          <a:xfrm>
            <a:off x="5446110" y="3453994"/>
            <a:ext cx="1219954" cy="1106204"/>
          </a:xfrm>
          <a:prstGeom prst="rightArrow">
            <a:avLst>
              <a:gd name="adj1" fmla="val 40370"/>
              <a:gd name="adj2" fmla="val 50000"/>
            </a:avLst>
          </a:prstGeom>
          <a:noFill/>
          <a:ln w="381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>
              <a:solidFill>
                <a:schemeClr val="bg1"/>
              </a:solidFill>
            </a:endParaRPr>
          </a:p>
        </p:txBody>
      </p:sp>
      <p:sp>
        <p:nvSpPr>
          <p:cNvPr id="6" name="Szövegdoboz 5">
            <a:extLst>
              <a:ext uri="{FF2B5EF4-FFF2-40B4-BE49-F238E27FC236}">
                <a16:creationId xmlns:a16="http://schemas.microsoft.com/office/drawing/2014/main" id="{5B898385-2BBA-3D0D-C193-BA71E8A129FF}"/>
              </a:ext>
            </a:extLst>
          </p:cNvPr>
          <p:cNvSpPr txBox="1"/>
          <p:nvPr/>
        </p:nvSpPr>
        <p:spPr>
          <a:xfrm>
            <a:off x="9208782" y="5002141"/>
            <a:ext cx="18517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u-HU" dirty="0">
                <a:solidFill>
                  <a:schemeClr val="bg1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Bővíthetőség</a:t>
            </a:r>
          </a:p>
        </p:txBody>
      </p:sp>
    </p:spTree>
    <p:extLst>
      <p:ext uri="{BB962C8B-B14F-4D97-AF65-F5344CB8AC3E}">
        <p14:creationId xmlns:p14="http://schemas.microsoft.com/office/powerpoint/2010/main" val="700487412"/>
      </p:ext>
    </p:extLst>
  </p:cSld>
  <p:clrMapOvr>
    <a:masterClrMapping/>
  </p:clrMapOvr>
  <p:transition spd="slow">
    <p:push dir="u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FB3669F-E576-9AB9-DB54-76B30AEC12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5370DED7-0F10-8D2D-B6BF-047FF6D0EC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3911ABB-6994-E1B9-9D67-930C02751E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427"/>
            <a:ext cx="12192001" cy="6858000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07EB7F0-4D62-7FF0-5F1C-7C3DACC84E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455521" y="-1720"/>
            <a:ext cx="11750040" cy="6840685"/>
          </a:xfrm>
          <a:prstGeom prst="rect">
            <a:avLst/>
          </a:prstGeom>
          <a:gradFill>
            <a:gsLst>
              <a:gs pos="21000">
                <a:schemeClr val="accent1">
                  <a:lumMod val="50000"/>
                  <a:alpha val="61000"/>
                </a:schemeClr>
              </a:gs>
              <a:gs pos="100000">
                <a:schemeClr val="accent1">
                  <a:alpha val="0"/>
                </a:schemeClr>
              </a:gs>
            </a:gsLst>
            <a:lin ang="21594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9901A66-4619-A09D-DC54-B020657021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606054" y="-1291"/>
            <a:ext cx="3608179" cy="6858864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0"/>
                </a:schemeClr>
              </a:gs>
              <a:gs pos="99000">
                <a:srgbClr val="000000">
                  <a:alpha val="41000"/>
                </a:srgbClr>
              </a:gs>
            </a:gsLst>
            <a:lin ang="16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96117021-BA8F-F0C3-E9DC-68CB0F1DDC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5274173">
            <a:off x="6059728" y="779270"/>
            <a:ext cx="4967533" cy="4988390"/>
          </a:xfrm>
          <a:prstGeom prst="ellipse">
            <a:avLst/>
          </a:prstGeom>
          <a:gradFill>
            <a:gsLst>
              <a:gs pos="0">
                <a:schemeClr val="accent1">
                  <a:alpha val="24000"/>
                </a:schemeClr>
              </a:gs>
              <a:gs pos="79000">
                <a:schemeClr val="accent1">
                  <a:lumMod val="60000"/>
                  <a:lumOff val="40000"/>
                  <a:alpha val="0"/>
                </a:schemeClr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926F33FC-6F24-DC82-F176-6BFF65CC81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314" y="4480038"/>
            <a:ext cx="12179371" cy="2377962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50000"/>
                </a:schemeClr>
              </a:gs>
              <a:gs pos="99000">
                <a:srgbClr val="000000">
                  <a:alpha val="34000"/>
                </a:srgb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28E3A39D-E0CF-780D-A060-946F4CD31D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6967085" y="1632660"/>
            <a:ext cx="6857572" cy="3592258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50000"/>
                </a:schemeClr>
              </a:gs>
              <a:gs pos="99000">
                <a:srgbClr val="000000">
                  <a:alpha val="0"/>
                </a:srgb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Cím 1">
            <a:extLst>
              <a:ext uri="{FF2B5EF4-FFF2-40B4-BE49-F238E27FC236}">
                <a16:creationId xmlns:a16="http://schemas.microsoft.com/office/drawing/2014/main" id="{C883B4A4-3A27-08AC-9E90-BE6B0BB46D4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3623" y="1667708"/>
            <a:ext cx="6603508" cy="1144622"/>
          </a:xfrm>
        </p:spPr>
        <p:txBody>
          <a:bodyPr>
            <a:noAutofit/>
          </a:bodyPr>
          <a:lstStyle/>
          <a:p>
            <a:pPr algn="l"/>
            <a:r>
              <a:rPr lang="hu-HU" sz="10000" b="1" dirty="0">
                <a:solidFill>
                  <a:schemeClr val="bg1"/>
                </a:solidFill>
                <a:latin typeface="Bauhaus 93" panose="04030905020B02020C02" pitchFamily="82" charset="0"/>
              </a:rPr>
              <a:t>Feladatok </a:t>
            </a:r>
            <a:br>
              <a:rPr lang="hu-HU" sz="10000" b="1" dirty="0">
                <a:solidFill>
                  <a:schemeClr val="bg1"/>
                </a:solidFill>
                <a:latin typeface="Bauhaus 93" panose="04030905020B02020C02" pitchFamily="82" charset="0"/>
              </a:rPr>
            </a:br>
            <a:r>
              <a:rPr lang="hu-HU" sz="10000" b="1" dirty="0">
                <a:solidFill>
                  <a:schemeClr val="bg1"/>
                </a:solidFill>
                <a:latin typeface="Bauhaus 93" panose="04030905020B02020C02" pitchFamily="82" charset="0"/>
              </a:rPr>
              <a:t>felosztása</a:t>
            </a:r>
          </a:p>
        </p:txBody>
      </p:sp>
      <p:sp>
        <p:nvSpPr>
          <p:cNvPr id="4" name="Szövegdoboz 3">
            <a:extLst>
              <a:ext uri="{FF2B5EF4-FFF2-40B4-BE49-F238E27FC236}">
                <a16:creationId xmlns:a16="http://schemas.microsoft.com/office/drawing/2014/main" id="{CAB4DF12-3867-D7F6-CC43-15F641BDFC88}"/>
              </a:ext>
            </a:extLst>
          </p:cNvPr>
          <p:cNvSpPr txBox="1"/>
          <p:nvPr/>
        </p:nvSpPr>
        <p:spPr>
          <a:xfrm>
            <a:off x="954907" y="2909333"/>
            <a:ext cx="482094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sz="3200" b="1" dirty="0"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Hanna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hu-HU" sz="3200" b="1" dirty="0"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Prezentáció készítése</a:t>
            </a:r>
          </a:p>
        </p:txBody>
      </p:sp>
      <p:sp>
        <p:nvSpPr>
          <p:cNvPr id="5" name="Szövegdoboz 4">
            <a:extLst>
              <a:ext uri="{FF2B5EF4-FFF2-40B4-BE49-F238E27FC236}">
                <a16:creationId xmlns:a16="http://schemas.microsoft.com/office/drawing/2014/main" id="{3698124C-4AB9-060C-56E6-D12AB876B009}"/>
              </a:ext>
            </a:extLst>
          </p:cNvPr>
          <p:cNvSpPr txBox="1"/>
          <p:nvPr/>
        </p:nvSpPr>
        <p:spPr>
          <a:xfrm>
            <a:off x="7293347" y="3350939"/>
            <a:ext cx="482094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sz="3200" b="1" dirty="0"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Marci és Alex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hu-HU" sz="3200" b="1" dirty="0"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Alap és kinézet</a:t>
            </a:r>
          </a:p>
        </p:txBody>
      </p:sp>
      <p:sp>
        <p:nvSpPr>
          <p:cNvPr id="6" name="Szövegdoboz 5">
            <a:extLst>
              <a:ext uri="{FF2B5EF4-FFF2-40B4-BE49-F238E27FC236}">
                <a16:creationId xmlns:a16="http://schemas.microsoft.com/office/drawing/2014/main" id="{763CC1E5-F068-9642-6F20-044E134682F8}"/>
              </a:ext>
            </a:extLst>
          </p:cNvPr>
          <p:cNvSpPr txBox="1"/>
          <p:nvPr/>
        </p:nvSpPr>
        <p:spPr>
          <a:xfrm>
            <a:off x="455521" y="4370996"/>
            <a:ext cx="6991265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sz="3200" b="1" dirty="0"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Alex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hu-HU" sz="3200" b="1" dirty="0"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Fájlok, mappák listázása, szűrése</a:t>
            </a:r>
          </a:p>
        </p:txBody>
      </p:sp>
      <p:sp>
        <p:nvSpPr>
          <p:cNvPr id="7" name="Szövegdoboz 6">
            <a:extLst>
              <a:ext uri="{FF2B5EF4-FFF2-40B4-BE49-F238E27FC236}">
                <a16:creationId xmlns:a16="http://schemas.microsoft.com/office/drawing/2014/main" id="{62B554DC-C5A8-1262-5B85-A6F268471A3B}"/>
              </a:ext>
            </a:extLst>
          </p:cNvPr>
          <p:cNvSpPr txBox="1"/>
          <p:nvPr/>
        </p:nvSpPr>
        <p:spPr>
          <a:xfrm>
            <a:off x="6652620" y="871178"/>
            <a:ext cx="5324731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sz="3200" b="1" dirty="0"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Közös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hu-HU" sz="3200" b="1" dirty="0"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Alapötlet és egyeztetés</a:t>
            </a:r>
          </a:p>
        </p:txBody>
      </p:sp>
      <p:sp>
        <p:nvSpPr>
          <p:cNvPr id="9" name="Szövegdoboz 8">
            <a:extLst>
              <a:ext uri="{FF2B5EF4-FFF2-40B4-BE49-F238E27FC236}">
                <a16:creationId xmlns:a16="http://schemas.microsoft.com/office/drawing/2014/main" id="{B348215D-EAF6-EB88-1B8A-3FB51C688D81}"/>
              </a:ext>
            </a:extLst>
          </p:cNvPr>
          <p:cNvSpPr txBox="1"/>
          <p:nvPr/>
        </p:nvSpPr>
        <p:spPr>
          <a:xfrm>
            <a:off x="4161011" y="5695717"/>
            <a:ext cx="8115546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sz="3200" b="1" dirty="0"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Marci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hu-HU" sz="3200" b="1" dirty="0"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Másolási funkció, mappák létrehozása</a:t>
            </a:r>
          </a:p>
        </p:txBody>
      </p:sp>
    </p:spTree>
    <p:extLst>
      <p:ext uri="{BB962C8B-B14F-4D97-AF65-F5344CB8AC3E}">
        <p14:creationId xmlns:p14="http://schemas.microsoft.com/office/powerpoint/2010/main" val="1735988945"/>
      </p:ext>
    </p:extLst>
  </p:cSld>
  <p:clrMapOvr>
    <a:masterClrMapping/>
  </p:clrMapOvr>
  <p:transition spd="slow">
    <p:push dir="u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11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AA9A0B10-1FDE-2C37-766E-FC30F113A898}"/>
              </a:ext>
            </a:extLst>
          </p:cNvPr>
          <p:cNvSpPr txBox="1">
            <a:spLocks/>
          </p:cNvSpPr>
          <p:nvPr/>
        </p:nvSpPr>
        <p:spPr>
          <a:xfrm>
            <a:off x="109267" y="173757"/>
            <a:ext cx="6603508" cy="1144622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hu-HU" sz="10000" b="1" dirty="0">
                <a:solidFill>
                  <a:schemeClr val="bg1"/>
                </a:solidFill>
                <a:latin typeface="Bauhaus 93" panose="04030905020B02020C02" pitchFamily="82" charset="0"/>
              </a:rPr>
              <a:t>GitHub</a:t>
            </a:r>
          </a:p>
        </p:txBody>
      </p:sp>
      <p:sp>
        <p:nvSpPr>
          <p:cNvPr id="3" name="Szövegdoboz 2">
            <a:extLst>
              <a:ext uri="{FF2B5EF4-FFF2-40B4-BE49-F238E27FC236}">
                <a16:creationId xmlns:a16="http://schemas.microsoft.com/office/drawing/2014/main" id="{BC21FE0F-E199-4814-24F4-70E87332AA37}"/>
              </a:ext>
            </a:extLst>
          </p:cNvPr>
          <p:cNvSpPr txBox="1"/>
          <p:nvPr/>
        </p:nvSpPr>
        <p:spPr>
          <a:xfrm>
            <a:off x="488249" y="1690214"/>
            <a:ext cx="6413387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sz="3200" b="1" dirty="0"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Dokumentáció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hu-HU" sz="3200" b="1" dirty="0"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README/projekt bemutatása</a:t>
            </a:r>
          </a:p>
        </p:txBody>
      </p:sp>
      <p:sp>
        <p:nvSpPr>
          <p:cNvPr id="4" name="Szövegdoboz 3">
            <a:extLst>
              <a:ext uri="{FF2B5EF4-FFF2-40B4-BE49-F238E27FC236}">
                <a16:creationId xmlns:a16="http://schemas.microsoft.com/office/drawing/2014/main" id="{56DE9C24-054F-ADB2-2840-16C9AC0BC49A}"/>
              </a:ext>
            </a:extLst>
          </p:cNvPr>
          <p:cNvSpPr txBox="1"/>
          <p:nvPr/>
        </p:nvSpPr>
        <p:spPr>
          <a:xfrm>
            <a:off x="546339" y="3026703"/>
            <a:ext cx="6040939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sz="3200" b="1" dirty="0"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Verziókövetés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hu-HU" sz="3200" b="1" dirty="0"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Változtatások/módosítások</a:t>
            </a:r>
          </a:p>
        </p:txBody>
      </p:sp>
      <p:pic>
        <p:nvPicPr>
          <p:cNvPr id="5" name="Kép 4">
            <a:extLst>
              <a:ext uri="{FF2B5EF4-FFF2-40B4-BE49-F238E27FC236}">
                <a16:creationId xmlns:a16="http://schemas.microsoft.com/office/drawing/2014/main" id="{164D7B90-AA4E-3613-FE31-4DA2E3AAF5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267" y="4497053"/>
            <a:ext cx="7171352" cy="2147865"/>
          </a:xfrm>
          <a:prstGeom prst="rect">
            <a:avLst/>
          </a:prstGeom>
        </p:spPr>
      </p:pic>
      <p:pic>
        <p:nvPicPr>
          <p:cNvPr id="9" name="Kép 8">
            <a:extLst>
              <a:ext uri="{FF2B5EF4-FFF2-40B4-BE49-F238E27FC236}">
                <a16:creationId xmlns:a16="http://schemas.microsoft.com/office/drawing/2014/main" id="{DF64C1E2-F42A-2135-DA21-AA0439F5BC4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8995" y="3429000"/>
            <a:ext cx="4325755" cy="1821371"/>
          </a:xfrm>
          <a:prstGeom prst="rect">
            <a:avLst/>
          </a:prstGeom>
        </p:spPr>
      </p:pic>
      <p:pic>
        <p:nvPicPr>
          <p:cNvPr id="11" name="Kép 10">
            <a:extLst>
              <a:ext uri="{FF2B5EF4-FFF2-40B4-BE49-F238E27FC236}">
                <a16:creationId xmlns:a16="http://schemas.microsoft.com/office/drawing/2014/main" id="{41BF7813-0A1D-13F8-5A75-6B18F072ABD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35639" y="128072"/>
            <a:ext cx="3429796" cy="24361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4271792"/>
      </p:ext>
    </p:extLst>
  </p:cSld>
  <p:clrMapOvr>
    <a:masterClrMapping/>
  </p:clrMapOvr>
  <p:transition spd="slow">
    <p:push dir="u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82C3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3E95B98B-FA6D-5B04-1E62-5C0BB18FB89A}"/>
              </a:ext>
            </a:extLst>
          </p:cNvPr>
          <p:cNvSpPr txBox="1">
            <a:spLocks/>
          </p:cNvSpPr>
          <p:nvPr/>
        </p:nvSpPr>
        <p:spPr>
          <a:xfrm>
            <a:off x="40619" y="65155"/>
            <a:ext cx="8522536" cy="1144622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hu-HU" sz="10000" b="1" dirty="0">
                <a:solidFill>
                  <a:schemeClr val="bg1"/>
                </a:solidFill>
                <a:latin typeface="Bauhaus 93" panose="04030905020B02020C02" pitchFamily="82" charset="0"/>
              </a:rPr>
              <a:t>Részletek - 01 </a:t>
            </a:r>
          </a:p>
        </p:txBody>
      </p:sp>
      <p:pic>
        <p:nvPicPr>
          <p:cNvPr id="3" name="Kép 2">
            <a:extLst>
              <a:ext uri="{FF2B5EF4-FFF2-40B4-BE49-F238E27FC236}">
                <a16:creationId xmlns:a16="http://schemas.microsoft.com/office/drawing/2014/main" id="{AFBCFD54-F395-E620-8438-7FB6BB542F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6237" y="1421640"/>
            <a:ext cx="11579526" cy="52493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9128716"/>
      </p:ext>
    </p:extLst>
  </p:cSld>
  <p:clrMapOvr>
    <a:masterClrMapping/>
  </p:clrMapOvr>
  <p:transition spd="slow">
    <p:push dir="u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82C34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5004EF4-7C77-26F2-848C-7B419261A1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D0A6AA3F-897D-CBC0-1D97-C34D4A25D6A4}"/>
              </a:ext>
            </a:extLst>
          </p:cNvPr>
          <p:cNvSpPr txBox="1">
            <a:spLocks/>
          </p:cNvSpPr>
          <p:nvPr/>
        </p:nvSpPr>
        <p:spPr>
          <a:xfrm>
            <a:off x="40619" y="65155"/>
            <a:ext cx="8522536" cy="1144622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hu-HU" sz="10000" b="1" dirty="0">
                <a:solidFill>
                  <a:schemeClr val="bg1"/>
                </a:solidFill>
                <a:latin typeface="Bauhaus 93" panose="04030905020B02020C02" pitchFamily="82" charset="0"/>
              </a:rPr>
              <a:t>Részletek - 02 </a:t>
            </a:r>
          </a:p>
        </p:txBody>
      </p:sp>
      <p:pic>
        <p:nvPicPr>
          <p:cNvPr id="5" name="Kép 4">
            <a:extLst>
              <a:ext uri="{FF2B5EF4-FFF2-40B4-BE49-F238E27FC236}">
                <a16:creationId xmlns:a16="http://schemas.microsoft.com/office/drawing/2014/main" id="{E57C33E8-0875-7159-9560-B55028A2144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96282" y="2139352"/>
            <a:ext cx="6007918" cy="3585754"/>
          </a:xfrm>
          <a:prstGeom prst="rect">
            <a:avLst/>
          </a:prstGeom>
        </p:spPr>
      </p:pic>
      <p:pic>
        <p:nvPicPr>
          <p:cNvPr id="7" name="Kép 6">
            <a:extLst>
              <a:ext uri="{FF2B5EF4-FFF2-40B4-BE49-F238E27FC236}">
                <a16:creationId xmlns:a16="http://schemas.microsoft.com/office/drawing/2014/main" id="{76E4AB0C-3757-6A7A-D63F-825C554D174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619" y="1380225"/>
            <a:ext cx="5463985" cy="51902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1080901"/>
      </p:ext>
    </p:extLst>
  </p:cSld>
  <p:clrMapOvr>
    <a:masterClrMapping/>
  </p:clrMapOvr>
  <p:transition spd="slow">
    <p:push dir="u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82C34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2689034-0C77-C69A-D854-FC91D4D82C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7371E6C8-3773-2A1A-075C-EE606D5003F6}"/>
              </a:ext>
            </a:extLst>
          </p:cNvPr>
          <p:cNvSpPr txBox="1">
            <a:spLocks/>
          </p:cNvSpPr>
          <p:nvPr/>
        </p:nvSpPr>
        <p:spPr>
          <a:xfrm>
            <a:off x="40619" y="65155"/>
            <a:ext cx="8522536" cy="1144622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hu-HU" sz="10000" b="1" dirty="0">
                <a:solidFill>
                  <a:schemeClr val="bg1"/>
                </a:solidFill>
                <a:latin typeface="Bauhaus 93" panose="04030905020B02020C02" pitchFamily="82" charset="0"/>
              </a:rPr>
              <a:t>Részletek - 03 </a:t>
            </a:r>
          </a:p>
        </p:txBody>
      </p:sp>
      <p:pic>
        <p:nvPicPr>
          <p:cNvPr id="5" name="Kép 4">
            <a:extLst>
              <a:ext uri="{FF2B5EF4-FFF2-40B4-BE49-F238E27FC236}">
                <a16:creationId xmlns:a16="http://schemas.microsoft.com/office/drawing/2014/main" id="{C319DEE8-D9A9-473D-6FE8-BE8B3F30588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986441"/>
            <a:ext cx="12192000" cy="37362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3035619"/>
      </p:ext>
    </p:extLst>
  </p:cSld>
  <p:clrMapOvr>
    <a:masterClrMapping/>
  </p:clrMapOvr>
  <p:transition spd="slow">
    <p:push dir="u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6EE45C3-4421-D3CD-21E6-3E04CE3A35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BAE3D1F4-D15C-F5F9-626B-D044B7165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6DCEC6D-4E40-B658-AC65-F7D31B72E9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427"/>
            <a:ext cx="12192001" cy="6858000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F448CAE-DD78-982F-F013-34856B4CEA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455521" y="-1720"/>
            <a:ext cx="11750040" cy="6840685"/>
          </a:xfrm>
          <a:prstGeom prst="rect">
            <a:avLst/>
          </a:prstGeom>
          <a:gradFill>
            <a:gsLst>
              <a:gs pos="21000">
                <a:schemeClr val="accent1">
                  <a:lumMod val="50000"/>
                  <a:alpha val="61000"/>
                </a:schemeClr>
              </a:gs>
              <a:gs pos="100000">
                <a:schemeClr val="accent1">
                  <a:alpha val="0"/>
                </a:schemeClr>
              </a:gs>
            </a:gsLst>
            <a:lin ang="21594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05630A7-8D35-3ECC-1C0C-CA691B1647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606054" y="-1291"/>
            <a:ext cx="3608179" cy="6858864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0"/>
                </a:schemeClr>
              </a:gs>
              <a:gs pos="99000">
                <a:srgbClr val="000000">
                  <a:alpha val="41000"/>
                </a:srgbClr>
              </a:gs>
            </a:gsLst>
            <a:lin ang="16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24016618-0CAB-16A7-FD14-1EA54B80A4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5274173">
            <a:off x="6059728" y="779270"/>
            <a:ext cx="4967533" cy="4988390"/>
          </a:xfrm>
          <a:prstGeom prst="ellipse">
            <a:avLst/>
          </a:prstGeom>
          <a:gradFill>
            <a:gsLst>
              <a:gs pos="0">
                <a:schemeClr val="accent1">
                  <a:alpha val="24000"/>
                </a:schemeClr>
              </a:gs>
              <a:gs pos="79000">
                <a:schemeClr val="accent1">
                  <a:lumMod val="60000"/>
                  <a:lumOff val="40000"/>
                  <a:alpha val="0"/>
                </a:schemeClr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6FB7DFB6-FD22-52BE-8A37-5E59D097B7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314" y="4480038"/>
            <a:ext cx="12179371" cy="2377962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50000"/>
                </a:schemeClr>
              </a:gs>
              <a:gs pos="99000">
                <a:srgbClr val="000000">
                  <a:alpha val="34000"/>
                </a:srgb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F30A8FCD-F3C7-97C9-A6AA-0B96091CFC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6967085" y="1632660"/>
            <a:ext cx="6857572" cy="3592258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50000"/>
                </a:schemeClr>
              </a:gs>
              <a:gs pos="99000">
                <a:srgbClr val="000000">
                  <a:alpha val="0"/>
                </a:srgb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Cím 1">
            <a:extLst>
              <a:ext uri="{FF2B5EF4-FFF2-40B4-BE49-F238E27FC236}">
                <a16:creationId xmlns:a16="http://schemas.microsoft.com/office/drawing/2014/main" id="{2626339F-064F-D6E7-3EBD-0C88F32C576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5288" y="2616061"/>
            <a:ext cx="11821421" cy="2557976"/>
          </a:xfrm>
        </p:spPr>
        <p:txBody>
          <a:bodyPr>
            <a:noAutofit/>
          </a:bodyPr>
          <a:lstStyle/>
          <a:p>
            <a:r>
              <a:rPr lang="hu-HU" sz="16700" dirty="0">
                <a:solidFill>
                  <a:srgbClr val="FFFFFF"/>
                </a:solidFill>
                <a:latin typeface="Bauhaus 93" panose="04030905020B02020C02" pitchFamily="82" charset="0"/>
              </a:rPr>
              <a:t>Köszönjük a figyelmet!</a:t>
            </a:r>
          </a:p>
        </p:txBody>
      </p:sp>
    </p:spTree>
    <p:extLst>
      <p:ext uri="{BB962C8B-B14F-4D97-AF65-F5344CB8AC3E}">
        <p14:creationId xmlns:p14="http://schemas.microsoft.com/office/powerpoint/2010/main" val="2013270960"/>
      </p:ext>
    </p:extLst>
  </p:cSld>
  <p:clrMapOvr>
    <a:masterClrMapping/>
  </p:clrMapOvr>
  <p:transition spd="slow">
    <p:push dir="u"/>
  </p:transition>
</p:sld>
</file>

<file path=ppt/theme/theme1.xml><?xml version="1.0" encoding="utf-8"?>
<a:theme xmlns:a="http://schemas.openxmlformats.org/drawingml/2006/main" name="Office-téma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104</TotalTime>
  <Words>88</Words>
  <Application>Microsoft Office PowerPoint</Application>
  <PresentationFormat>Szélesvásznú</PresentationFormat>
  <Paragraphs>37</Paragraphs>
  <Slides>8</Slides>
  <Notes>0</Notes>
  <HiddenSlides>0</HiddenSlides>
  <MMClips>0</MMClips>
  <ScaleCrop>false</ScaleCrop>
  <HeadingPairs>
    <vt:vector size="6" baseType="variant">
      <vt:variant>
        <vt:lpstr>Használt betűtípusok</vt:lpstr>
      </vt:variant>
      <vt:variant>
        <vt:i4>6</vt:i4>
      </vt:variant>
      <vt:variant>
        <vt:lpstr>Téma</vt:lpstr>
      </vt:variant>
      <vt:variant>
        <vt:i4>1</vt:i4>
      </vt:variant>
      <vt:variant>
        <vt:lpstr>Diacímek</vt:lpstr>
      </vt:variant>
      <vt:variant>
        <vt:i4>8</vt:i4>
      </vt:variant>
    </vt:vector>
  </HeadingPairs>
  <TitlesOfParts>
    <vt:vector size="15" baseType="lpstr">
      <vt:lpstr>Aharoni</vt:lpstr>
      <vt:lpstr>Aptos</vt:lpstr>
      <vt:lpstr>Aptos Display</vt:lpstr>
      <vt:lpstr>Arial</vt:lpstr>
      <vt:lpstr>Arial Black</vt:lpstr>
      <vt:lpstr>Bauhaus 93</vt:lpstr>
      <vt:lpstr>Office-téma</vt:lpstr>
      <vt:lpstr>Fájl- kezelés</vt:lpstr>
      <vt:lpstr> Alapötlet</vt:lpstr>
      <vt:lpstr>Feladatok  felosztása</vt:lpstr>
      <vt:lpstr>PowerPoint-bemutató</vt:lpstr>
      <vt:lpstr>PowerPoint-bemutató</vt:lpstr>
      <vt:lpstr>PowerPoint-bemutató</vt:lpstr>
      <vt:lpstr>PowerPoint-bemutató</vt:lpstr>
      <vt:lpstr>Köszönjük a figyelmet!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Fájl- kezelés</dc:title>
  <dc:creator>ElHa2008@sulid.hu</dc:creator>
  <cp:lastModifiedBy>O365 felhasználó</cp:lastModifiedBy>
  <cp:revision>15</cp:revision>
  <dcterms:created xsi:type="dcterms:W3CDTF">2025-11-17T06:44:09Z</dcterms:created>
  <dcterms:modified xsi:type="dcterms:W3CDTF">2025-11-22T21:16:51Z</dcterms:modified>
</cp:coreProperties>
</file>